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E8DC"/>
        </a:solidFill>
      </p:bgPr>
    </p:bg>
    <p:spTree>
      <p:nvGrpSpPr>
        <p:cNvPr id="1" name=""/>
        <p:cNvGrpSpPr/>
        <p:nvPr/>
      </p:nvGrpSpPr>
      <p:grpSpPr>
        <a:xfrm>
          <a:off x="0" y="0"/>
          <a:ext cx="0" cy="0"/>
          <a:chOff x="0" y="0"/>
          <a:chExt cx="0" cy="0"/>
        </a:xfrm>
      </p:grpSpPr>
      <p:sp>
        <p:nvSpPr>
          <p:cNvPr id="2" name="Shape 0"/>
          <p:cNvSpPr/>
          <p:nvPr/>
        </p:nvSpPr>
        <p:spPr>
          <a:xfrm>
            <a:off x="2286000" y="411480"/>
            <a:ext cx="4572000" cy="0"/>
          </a:xfrm>
          <a:prstGeom prst="line">
            <a:avLst/>
          </a:prstGeom>
          <a:noFill/>
          <a:ln w="12700">
            <a:solidFill>
              <a:srgbClr val="C8B99A"/>
            </a:solidFill>
            <a:prstDash val="solid"/>
          </a:ln>
        </p:spPr>
      </p:sp>
      <p:sp>
        <p:nvSpPr>
          <p:cNvPr id="3" name="Shape 1"/>
          <p:cNvSpPr/>
          <p:nvPr/>
        </p:nvSpPr>
        <p:spPr>
          <a:xfrm>
            <a:off x="4480560" y="338328"/>
            <a:ext cx="182880" cy="137160"/>
          </a:xfrm>
          <a:prstGeom prst="diamond">
            <a:avLst/>
          </a:prstGeom>
          <a:solidFill>
            <a:srgbClr val="C8B99A"/>
          </a:solidFill>
          <a:ln w="12700">
            <a:solidFill>
              <a:srgbClr val="C8B99A"/>
            </a:solidFill>
            <a:prstDash val="solid"/>
          </a:ln>
        </p:spPr>
      </p:sp>
      <p:sp>
        <p:nvSpPr>
          <p:cNvPr id="4" name="Text 2"/>
          <p:cNvSpPr/>
          <p:nvPr/>
        </p:nvSpPr>
        <p:spPr>
          <a:xfrm>
            <a:off x="457200" y="731520"/>
            <a:ext cx="8229600" cy="822960"/>
          </a:xfrm>
          <a:prstGeom prst="rect">
            <a:avLst/>
          </a:prstGeom>
          <a:noFill/>
          <a:ln/>
        </p:spPr>
        <p:txBody>
          <a:bodyPr wrap="square" lIns="0" tIns="0" rIns="0" bIns="0" rtlCol="0" anchor="ctr"/>
          <a:lstStyle/>
          <a:p>
            <a:pPr algn="ctr" indent="0" marL="0">
              <a:buNone/>
            </a:pPr>
            <a:r>
              <a:rPr lang="en-US" sz="4400" i="1" dirty="0">
                <a:solidFill>
                  <a:srgbClr val="3D2B1F"/>
                </a:solidFill>
                <a:latin typeface="Georgia" pitchFamily="34" charset="0"/>
                <a:ea typeface="Georgia" pitchFamily="34" charset="-122"/>
                <a:cs typeface="Georgia" pitchFamily="34" charset="-120"/>
              </a:rPr>
              <a:t>Worden als een boom</a:t>
            </a:r>
            <a:endParaRPr lang="en-US" sz="4400" dirty="0"/>
          </a:p>
        </p:txBody>
      </p:sp>
      <p:sp>
        <p:nvSpPr>
          <p:cNvPr id="5" name="Text 3"/>
          <p:cNvSpPr/>
          <p:nvPr/>
        </p:nvSpPr>
        <p:spPr>
          <a:xfrm>
            <a:off x="457200" y="1600200"/>
            <a:ext cx="8229600" cy="411480"/>
          </a:xfrm>
          <a:prstGeom prst="rect">
            <a:avLst/>
          </a:prstGeom>
          <a:noFill/>
          <a:ln/>
        </p:spPr>
        <p:txBody>
          <a:bodyPr wrap="square" lIns="0" tIns="0" rIns="0" bIns="0" rtlCol="0" anchor="ctr"/>
          <a:lstStyle/>
          <a:p>
            <a:pPr algn="ctr" indent="0" marL="0">
              <a:buNone/>
            </a:pPr>
            <a:r>
              <a:rPr lang="en-US" sz="2000" i="1" dirty="0">
                <a:solidFill>
                  <a:srgbClr val="6B4C35"/>
                </a:solidFill>
                <a:latin typeface="Georgia" pitchFamily="34" charset="0"/>
                <a:ea typeface="Georgia" pitchFamily="34" charset="-122"/>
                <a:cs typeface="Georgia" pitchFamily="34" charset="-120"/>
              </a:rPr>
              <a:t>Becoming like a tree</a:t>
            </a:r>
            <a:endParaRPr lang="en-US" sz="2000" dirty="0"/>
          </a:p>
        </p:txBody>
      </p:sp>
      <p:sp>
        <p:nvSpPr>
          <p:cNvPr id="6" name="Text 4"/>
          <p:cNvSpPr/>
          <p:nvPr/>
        </p:nvSpPr>
        <p:spPr>
          <a:xfrm>
            <a:off x="457200" y="2057400"/>
            <a:ext cx="8229600" cy="457200"/>
          </a:xfrm>
          <a:prstGeom prst="rect">
            <a:avLst/>
          </a:prstGeom>
          <a:noFill/>
          <a:ln/>
        </p:spPr>
        <p:txBody>
          <a:bodyPr wrap="square" lIns="0" tIns="0" rIns="0" bIns="0" rtlCol="0" anchor="ctr"/>
          <a:lstStyle/>
          <a:p>
            <a:pPr rtl="1" algn="ctr" indent="0" marL="0">
              <a:buNone/>
            </a:pPr>
            <a:r>
              <a:rPr lang="en-US" sz="2600" dirty="0">
                <a:solidFill>
                  <a:srgbClr val="6B4C35"/>
                </a:solidFill>
                <a:latin typeface="Traditional Arabic" pitchFamily="34" charset="0"/>
                <a:ea typeface="Traditional Arabic" pitchFamily="34" charset="-122"/>
                <a:cs typeface="Traditional Arabic" pitchFamily="34" charset="-120"/>
              </a:rPr>
              <a:t>أن تكون كشجرة</a:t>
            </a:r>
            <a:endParaRPr lang="en-US" sz="2600" dirty="0"/>
          </a:p>
        </p:txBody>
      </p:sp>
      <p:sp>
        <p:nvSpPr>
          <p:cNvPr id="7" name="Text 5"/>
          <p:cNvSpPr/>
          <p:nvPr/>
        </p:nvSpPr>
        <p:spPr>
          <a:xfrm>
            <a:off x="457200" y="2560320"/>
            <a:ext cx="8229600" cy="457200"/>
          </a:xfrm>
          <a:prstGeom prst="rect">
            <a:avLst/>
          </a:prstGeom>
          <a:noFill/>
          <a:ln/>
        </p:spPr>
        <p:txBody>
          <a:bodyPr wrap="square" lIns="0" tIns="0" rIns="0" bIns="0" rtlCol="0" anchor="ctr"/>
          <a:lstStyle/>
          <a:p>
            <a:pPr rtl="1" algn="ctr" indent="0" marL="0">
              <a:buNone/>
            </a:pPr>
            <a:r>
              <a:rPr lang="en-US" sz="2600" dirty="0">
                <a:solidFill>
                  <a:srgbClr val="6B4C35"/>
                </a:solidFill>
                <a:latin typeface="Arabic Typesetting" pitchFamily="34" charset="0"/>
                <a:ea typeface="Arabic Typesetting" pitchFamily="34" charset="-122"/>
                <a:cs typeface="Arabic Typesetting" pitchFamily="34" charset="-120"/>
              </a:rPr>
              <a:t>مثل یک درخت شدن</a:t>
            </a:r>
            <a:endParaRPr lang="en-US" sz="2600" dirty="0"/>
          </a:p>
        </p:txBody>
      </p:sp>
      <p:sp>
        <p:nvSpPr>
          <p:cNvPr id="8" name="Text 6"/>
          <p:cNvSpPr/>
          <p:nvPr/>
        </p:nvSpPr>
        <p:spPr>
          <a:xfrm>
            <a:off x="457200" y="3108960"/>
            <a:ext cx="8229600" cy="365760"/>
          </a:xfrm>
          <a:prstGeom prst="rect">
            <a:avLst/>
          </a:prstGeom>
          <a:noFill/>
          <a:ln/>
        </p:spPr>
        <p:txBody>
          <a:bodyPr wrap="square" lIns="0" tIns="0" rIns="0" bIns="0" rtlCol="0" anchor="ctr"/>
          <a:lstStyle/>
          <a:p>
            <a:pPr algn="ctr" indent="0" marL="0">
              <a:buNone/>
            </a:pPr>
            <a:r>
              <a:rPr lang="en-US" sz="1600" i="1" dirty="0">
                <a:solidFill>
                  <a:srgbClr val="6B4C35"/>
                </a:solidFill>
                <a:latin typeface="Georgia" pitchFamily="34" charset="0"/>
                <a:ea typeface="Georgia" pitchFamily="34" charset="-122"/>
                <a:cs typeface="Georgia" pitchFamily="34" charset="-120"/>
              </a:rPr>
              <a:t>Psalm 1:1–6</a:t>
            </a:r>
            <a:endParaRPr lang="en-US" sz="1600" dirty="0"/>
          </a:p>
        </p:txBody>
      </p:sp>
      <p:sp>
        <p:nvSpPr>
          <p:cNvPr id="9" name="Shape 7"/>
          <p:cNvSpPr/>
          <p:nvPr/>
        </p:nvSpPr>
        <p:spPr>
          <a:xfrm>
            <a:off x="3200400" y="3611880"/>
            <a:ext cx="2743200" cy="0"/>
          </a:xfrm>
          <a:prstGeom prst="line">
            <a:avLst/>
          </a:prstGeom>
          <a:noFill/>
          <a:ln w="9525">
            <a:solidFill>
              <a:srgbClr val="C8B99A"/>
            </a:solidFill>
            <a:prstDash val="solid"/>
          </a:ln>
        </p:spPr>
      </p:sp>
      <p:pic>
        <p:nvPicPr>
          <p:cNvPr id="10" name="Image 0" descr="output/qr_psalm1.png">    </p:cNvPr>
          <p:cNvPicPr>
            <a:picLocks noChangeAspect="1"/>
          </p:cNvPicPr>
          <p:nvPr/>
        </p:nvPicPr>
        <p:blipFill>
          <a:blip r:embed="rId1"/>
          <a:stretch>
            <a:fillRect/>
          </a:stretch>
        </p:blipFill>
        <p:spPr>
          <a:xfrm>
            <a:off x="4046220" y="3749040"/>
            <a:ext cx="1051560" cy="1051560"/>
          </a:xfrm>
          <a:prstGeom prst="rect">
            <a:avLst/>
          </a:prstGeom>
        </p:spPr>
      </p:pic>
      <p:sp>
        <p:nvSpPr>
          <p:cNvPr id="11" name="Text 8"/>
          <p:cNvSpPr/>
          <p:nvPr/>
        </p:nvSpPr>
        <p:spPr>
          <a:xfrm>
            <a:off x="457200" y="4828032"/>
            <a:ext cx="8229600" cy="228600"/>
          </a:xfrm>
          <a:prstGeom prst="rect">
            <a:avLst/>
          </a:prstGeom>
          <a:noFill/>
          <a:ln/>
        </p:spPr>
        <p:txBody>
          <a:bodyPr wrap="square" lIns="0" tIns="0" rIns="0" bIns="0" rtlCol="0" anchor="ctr"/>
          <a:lstStyle/>
          <a:p>
            <a:pPr algn="ctr" indent="0" marL="0">
              <a:buNone/>
            </a:pPr>
            <a:r>
              <a:rPr lang="en-US" sz="1000" i="1" dirty="0">
                <a:solidFill>
                  <a:srgbClr val="6B4C35"/>
                </a:solidFill>
                <a:latin typeface="Georgia" pitchFamily="34" charset="0"/>
                <a:ea typeface="Georgia" pitchFamily="34" charset="-122"/>
                <a:cs typeface="Georgia" pitchFamily="34" charset="-120"/>
              </a:rPr>
              <a:t>Scan voor de bijbelpassage</a:t>
            </a:r>
            <a:endParaRPr lang="en-US" sz="1000" dirty="0"/>
          </a:p>
        </p:txBody>
      </p:sp>
      <p:sp>
        <p:nvSpPr>
          <p:cNvPr id="12" name="Shape 9"/>
          <p:cNvSpPr/>
          <p:nvPr/>
        </p:nvSpPr>
        <p:spPr>
          <a:xfrm>
            <a:off x="2286000" y="5074920"/>
            <a:ext cx="4572000" cy="0"/>
          </a:xfrm>
          <a:prstGeom prst="line">
            <a:avLst/>
          </a:prstGeom>
          <a:noFill/>
          <a:ln w="12700">
            <a:solidFill>
              <a:srgbClr val="C8B99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8DC"/>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D9CEB8"/>
          </a:solidFill>
          <a:ln w="12700">
            <a:solidFill>
              <a:srgbClr val="D9CEB8"/>
            </a:solidFill>
            <a:prstDash val="solid"/>
          </a:ln>
        </p:spPr>
      </p:sp>
      <p:sp>
        <p:nvSpPr>
          <p:cNvPr id="3" name="Shape 1"/>
          <p:cNvSpPr/>
          <p:nvPr/>
        </p:nvSpPr>
        <p:spPr>
          <a:xfrm>
            <a:off x="182880" y="493776"/>
            <a:ext cx="8778240" cy="0"/>
          </a:xfrm>
          <a:prstGeom prst="line">
            <a:avLst/>
          </a:prstGeom>
          <a:noFill/>
          <a:ln w="9525">
            <a:solidFill>
              <a:srgbClr val="C8B99A"/>
            </a:solidFill>
            <a:prstDash val="solid"/>
          </a:ln>
        </p:spPr>
      </p:sp>
      <p:sp>
        <p:nvSpPr>
          <p:cNvPr id="4" name="Text 2"/>
          <p:cNvSpPr/>
          <p:nvPr/>
        </p:nvSpPr>
        <p:spPr>
          <a:xfrm>
            <a:off x="182880" y="0"/>
            <a:ext cx="4572000" cy="502920"/>
          </a:xfrm>
          <a:prstGeom prst="rect">
            <a:avLst/>
          </a:prstGeom>
          <a:noFill/>
          <a:ln/>
        </p:spPr>
        <p:txBody>
          <a:bodyPr wrap="square" lIns="0" tIns="0" rIns="0" bIns="0" rtlCol="0" anchor="ctr"/>
          <a:lstStyle/>
          <a:p>
            <a:pPr algn="l" indent="0" marL="0">
              <a:buNone/>
            </a:pPr>
            <a:r>
              <a:rPr lang="en-US" sz="1900" b="1" dirty="0">
                <a:solidFill>
                  <a:srgbClr val="3D2B1F"/>
                </a:solidFill>
                <a:latin typeface="Georgia" pitchFamily="34" charset="0"/>
                <a:ea typeface="Georgia" pitchFamily="34" charset="-122"/>
                <a:cs typeface="Georgia" pitchFamily="34" charset="-120"/>
              </a:rPr>
              <a:t>Psalm 1:1–2</a:t>
            </a:r>
            <a:endParaRPr lang="en-US" sz="1900" dirty="0"/>
          </a:p>
        </p:txBody>
      </p:sp>
      <p:sp>
        <p:nvSpPr>
          <p:cNvPr id="5" name="Text 3"/>
          <p:cNvSpPr/>
          <p:nvPr/>
        </p:nvSpPr>
        <p:spPr>
          <a:xfrm>
            <a:off x="5029200" y="0"/>
            <a:ext cx="3931920" cy="502920"/>
          </a:xfrm>
          <a:prstGeom prst="rect">
            <a:avLst/>
          </a:prstGeom>
          <a:noFill/>
          <a:ln/>
        </p:spPr>
        <p:txBody>
          <a:bodyPr wrap="square" lIns="0" tIns="0" rIns="0" bIns="0" rtlCol="0" anchor="ctr"/>
          <a:lstStyle/>
          <a:p>
            <a:pPr algn="r" indent="0" marL="0">
              <a:buNone/>
            </a:pPr>
            <a:r>
              <a:rPr lang="en-US" sz="1050" i="1" dirty="0">
                <a:solidFill>
                  <a:srgbClr val="6B4C35"/>
                </a:solidFill>
                <a:latin typeface="Georgia" pitchFamily="34" charset="0"/>
                <a:ea typeface="Georgia" pitchFamily="34" charset="-122"/>
                <a:cs typeface="Georgia" pitchFamily="34" charset="-120"/>
              </a:rPr>
              <a:t>Psalm 1:1–6</a:t>
            </a:r>
            <a:endParaRPr lang="en-US" sz="1050" dirty="0"/>
          </a:p>
        </p:txBody>
      </p:sp>
      <p:sp>
        <p:nvSpPr>
          <p:cNvPr id="6" name="Shape 4"/>
          <p:cNvSpPr/>
          <p:nvPr/>
        </p:nvSpPr>
        <p:spPr>
          <a:xfrm>
            <a:off x="182880" y="640080"/>
            <a:ext cx="2865120" cy="2146554"/>
          </a:xfrm>
          <a:prstGeom prst="rect">
            <a:avLst/>
          </a:prstGeom>
          <a:solidFill>
            <a:srgbClr val="F5F0E8"/>
          </a:solidFill>
          <a:ln w="9525">
            <a:solidFill>
              <a:srgbClr val="C8B99A"/>
            </a:solidFill>
            <a:prstDash val="solid"/>
          </a:ln>
          <a:effectLst>
            <a:outerShdw sx="100000" sy="100000" kx="0" ky="0" algn="bl" rotWithShape="0" blurRad="38100" dist="12700" dir="8100000">
              <a:srgbClr val="000000">
                <a:alpha val="10000"/>
              </a:srgbClr>
            </a:outerShdw>
          </a:effectLst>
        </p:spPr>
      </p:sp>
      <p:sp>
        <p:nvSpPr>
          <p:cNvPr id="7" name="Text 5"/>
          <p:cNvSpPr/>
          <p:nvPr/>
        </p:nvSpPr>
        <p:spPr>
          <a:xfrm>
            <a:off x="274320" y="694944"/>
            <a:ext cx="2682240" cy="201168"/>
          </a:xfrm>
          <a:prstGeom prst="rect">
            <a:avLst/>
          </a:prstGeom>
          <a:noFill/>
          <a:ln/>
        </p:spPr>
        <p:txBody>
          <a:bodyPr wrap="square" lIns="0" tIns="0" rIns="0" bIns="0" rtlCol="0" anchor="ctr"/>
          <a:lstStyle/>
          <a:p>
            <a:pPr algn="l" indent="0" marL="0">
              <a:buNone/>
            </a:pPr>
            <a:r>
              <a:rPr lang="en-US" sz="800" b="1" i="1" dirty="0">
                <a:solidFill>
                  <a:srgbClr val="6B4C35"/>
                </a:solidFill>
                <a:latin typeface="Georgia" pitchFamily="34" charset="0"/>
                <a:ea typeface="Georgia" pitchFamily="34" charset="-122"/>
                <a:cs typeface="Georgia" pitchFamily="34" charset="-120"/>
              </a:rPr>
              <a:t>Nederlands (NBV)</a:t>
            </a:r>
            <a:endParaRPr lang="en-US" sz="800" dirty="0"/>
          </a:p>
        </p:txBody>
      </p:sp>
      <p:sp>
        <p:nvSpPr>
          <p:cNvPr id="8" name="Shape 6"/>
          <p:cNvSpPr/>
          <p:nvPr/>
        </p:nvSpPr>
        <p:spPr>
          <a:xfrm>
            <a:off x="274320" y="896112"/>
            <a:ext cx="2682240" cy="0"/>
          </a:xfrm>
          <a:prstGeom prst="line">
            <a:avLst/>
          </a:prstGeom>
          <a:noFill/>
          <a:ln w="6350">
            <a:solidFill>
              <a:srgbClr val="C8B99A"/>
            </a:solidFill>
            <a:prstDash val="solid"/>
          </a:ln>
        </p:spPr>
      </p:sp>
      <p:sp>
        <p:nvSpPr>
          <p:cNvPr id="9" name="Text 7"/>
          <p:cNvSpPr/>
          <p:nvPr/>
        </p:nvSpPr>
        <p:spPr>
          <a:xfrm>
            <a:off x="274320" y="960120"/>
            <a:ext cx="2682240" cy="1771650"/>
          </a:xfrm>
          <a:prstGeom prst="rect">
            <a:avLst/>
          </a:prstGeom>
          <a:noFill/>
          <a:ln/>
        </p:spPr>
        <p:txBody>
          <a:bodyPr wrap="square" lIns="0" tIns="0" rIns="0" bIns="0" rtlCol="0" anchor="t"/>
          <a:lstStyle/>
          <a:p>
            <a:pPr algn="l" indent="0" marL="0">
              <a:buNone/>
            </a:pPr>
            <a:r>
              <a:rPr lang="en-US" sz="800" b="1" dirty="0">
                <a:solidFill>
                  <a:srgbClr val="6B4C35"/>
                </a:solidFill>
                <a:latin typeface="Georgia" pitchFamily="34" charset="0"/>
                <a:ea typeface="Georgia" pitchFamily="34" charset="-122"/>
                <a:cs typeface="Georgia" pitchFamily="34" charset="-120"/>
              </a:rPr>
              <a:t>1 </a:t>
            </a:r>
            <a:pPr algn="l" indent="0" marL="0">
              <a:buNone/>
            </a:pPr>
            <a:r>
              <a:rPr lang="en-US" sz="1000" dirty="0">
                <a:solidFill>
                  <a:srgbClr val="2C1F13"/>
                </a:solidFill>
                <a:latin typeface="Georgia" pitchFamily="34" charset="0"/>
                <a:ea typeface="Georgia" pitchFamily="34" charset="-122"/>
                <a:cs typeface="Georgia" pitchFamily="34" charset="-120"/>
              </a:rPr>
              <a:t>Gelukkig de mens die niet meegaat met wie kwaad doen, die de weg van zondaars niet betreedt, bij spotters niet aan tafel zit, </a:t>
            </a:r>
            <a:pPr algn="l" indent="0" marL="0">
              <a:buNone/>
            </a:pPr>
            <a:r>
              <a:rPr lang="en-US" sz="800" b="1" dirty="0">
                <a:solidFill>
                  <a:srgbClr val="6B4C35"/>
                </a:solidFill>
                <a:latin typeface="Georgia" pitchFamily="34" charset="0"/>
                <a:ea typeface="Georgia" pitchFamily="34" charset="-122"/>
                <a:cs typeface="Georgia" pitchFamily="34" charset="-120"/>
              </a:rPr>
              <a:t>2 </a:t>
            </a:r>
            <a:pPr algn="l" indent="0" marL="0">
              <a:buNone/>
            </a:pPr>
            <a:r>
              <a:rPr lang="en-US" sz="1000" dirty="0">
                <a:solidFill>
                  <a:srgbClr val="2C1F13"/>
                </a:solidFill>
                <a:latin typeface="Georgia" pitchFamily="34" charset="0"/>
                <a:ea typeface="Georgia" pitchFamily="34" charset="-122"/>
                <a:cs typeface="Georgia" pitchFamily="34" charset="-120"/>
              </a:rPr>
              <a:t>maar vreugde vindt in de wet van de HEER en zich verdiept in zijn wet, dag en nacht.</a:t>
            </a:r>
            <a:endParaRPr lang="en-US" sz="800" dirty="0"/>
          </a:p>
        </p:txBody>
      </p:sp>
      <p:sp>
        <p:nvSpPr>
          <p:cNvPr id="10" name="Shape 8"/>
          <p:cNvSpPr/>
          <p:nvPr/>
        </p:nvSpPr>
        <p:spPr>
          <a:xfrm>
            <a:off x="3139440" y="640080"/>
            <a:ext cx="2865120" cy="2146554"/>
          </a:xfrm>
          <a:prstGeom prst="rect">
            <a:avLst/>
          </a:prstGeom>
          <a:solidFill>
            <a:srgbClr val="F5F0E8"/>
          </a:solidFill>
          <a:ln w="9525">
            <a:solidFill>
              <a:srgbClr val="C8B99A"/>
            </a:solidFill>
            <a:prstDash val="solid"/>
          </a:ln>
          <a:effectLst>
            <a:outerShdw sx="100000" sy="100000" kx="0" ky="0" algn="bl" rotWithShape="0" blurRad="38100" dist="12700" dir="8100000">
              <a:srgbClr val="000000">
                <a:alpha val="10000"/>
              </a:srgbClr>
            </a:outerShdw>
          </a:effectLst>
        </p:spPr>
      </p:sp>
      <p:sp>
        <p:nvSpPr>
          <p:cNvPr id="11" name="Text 9"/>
          <p:cNvSpPr/>
          <p:nvPr/>
        </p:nvSpPr>
        <p:spPr>
          <a:xfrm>
            <a:off x="3230880" y="694944"/>
            <a:ext cx="2682240" cy="201168"/>
          </a:xfrm>
          <a:prstGeom prst="rect">
            <a:avLst/>
          </a:prstGeom>
          <a:noFill/>
          <a:ln/>
        </p:spPr>
        <p:txBody>
          <a:bodyPr wrap="square" lIns="0" tIns="0" rIns="0" bIns="0" rtlCol="0" anchor="ctr"/>
          <a:lstStyle/>
          <a:p>
            <a:pPr algn="l" indent="0" marL="0">
              <a:buNone/>
            </a:pPr>
            <a:r>
              <a:rPr lang="en-US" sz="800" b="1" i="1" dirty="0">
                <a:solidFill>
                  <a:srgbClr val="6B4C35"/>
                </a:solidFill>
                <a:latin typeface="Georgia" pitchFamily="34" charset="0"/>
                <a:ea typeface="Georgia" pitchFamily="34" charset="-122"/>
                <a:cs typeface="Georgia" pitchFamily="34" charset="-120"/>
              </a:rPr>
              <a:t>English (NIV)</a:t>
            </a:r>
            <a:endParaRPr lang="en-US" sz="800" dirty="0"/>
          </a:p>
        </p:txBody>
      </p:sp>
      <p:sp>
        <p:nvSpPr>
          <p:cNvPr id="12" name="Shape 10"/>
          <p:cNvSpPr/>
          <p:nvPr/>
        </p:nvSpPr>
        <p:spPr>
          <a:xfrm>
            <a:off x="3230880" y="896112"/>
            <a:ext cx="2682240" cy="0"/>
          </a:xfrm>
          <a:prstGeom prst="line">
            <a:avLst/>
          </a:prstGeom>
          <a:noFill/>
          <a:ln w="6350">
            <a:solidFill>
              <a:srgbClr val="C8B99A"/>
            </a:solidFill>
            <a:prstDash val="solid"/>
          </a:ln>
        </p:spPr>
      </p:sp>
      <p:sp>
        <p:nvSpPr>
          <p:cNvPr id="13" name="Text 11"/>
          <p:cNvSpPr/>
          <p:nvPr/>
        </p:nvSpPr>
        <p:spPr>
          <a:xfrm>
            <a:off x="3230880" y="960120"/>
            <a:ext cx="2682240" cy="1771650"/>
          </a:xfrm>
          <a:prstGeom prst="rect">
            <a:avLst/>
          </a:prstGeom>
          <a:noFill/>
          <a:ln/>
        </p:spPr>
        <p:txBody>
          <a:bodyPr wrap="square" lIns="0" tIns="0" rIns="0" bIns="0" rtlCol="0" anchor="t"/>
          <a:lstStyle/>
          <a:p>
            <a:pPr algn="l" indent="0" marL="0">
              <a:buNone/>
            </a:pPr>
            <a:r>
              <a:rPr lang="en-US" sz="800" b="1" dirty="0">
                <a:solidFill>
                  <a:srgbClr val="6B4C35"/>
                </a:solidFill>
                <a:latin typeface="Georgia" pitchFamily="34" charset="0"/>
                <a:ea typeface="Georgia" pitchFamily="34" charset="-122"/>
                <a:cs typeface="Georgia" pitchFamily="34" charset="-120"/>
              </a:rPr>
              <a:t>1 </a:t>
            </a:r>
            <a:pPr algn="l" indent="0" marL="0">
              <a:buNone/>
            </a:pPr>
            <a:r>
              <a:rPr lang="en-US" sz="1000" dirty="0">
                <a:solidFill>
                  <a:srgbClr val="2C1F13"/>
                </a:solidFill>
                <a:latin typeface="Georgia" pitchFamily="34" charset="0"/>
                <a:ea typeface="Georgia" pitchFamily="34" charset="-122"/>
                <a:cs typeface="Georgia" pitchFamily="34" charset="-120"/>
              </a:rPr>
              <a:t>Blessed is the one who does not walk in step with the wicked or stand in the way that sinners take or sit in the company of mockers, </a:t>
            </a:r>
            <a:pPr algn="l" indent="0" marL="0">
              <a:buNone/>
            </a:pPr>
            <a:r>
              <a:rPr lang="en-US" sz="800" b="1" dirty="0">
                <a:solidFill>
                  <a:srgbClr val="6B4C35"/>
                </a:solidFill>
                <a:latin typeface="Georgia" pitchFamily="34" charset="0"/>
                <a:ea typeface="Georgia" pitchFamily="34" charset="-122"/>
                <a:cs typeface="Georgia" pitchFamily="34" charset="-120"/>
              </a:rPr>
              <a:t>2 </a:t>
            </a:r>
            <a:pPr algn="l" indent="0" marL="0">
              <a:buNone/>
            </a:pPr>
            <a:r>
              <a:rPr lang="en-US" sz="1000" dirty="0">
                <a:solidFill>
                  <a:srgbClr val="2C1F13"/>
                </a:solidFill>
                <a:latin typeface="Georgia" pitchFamily="34" charset="0"/>
                <a:ea typeface="Georgia" pitchFamily="34" charset="-122"/>
                <a:cs typeface="Georgia" pitchFamily="34" charset="-120"/>
              </a:rPr>
              <a:t>but whose delight is in the law of the LORD, and who meditates on his law day and night.</a:t>
            </a:r>
            <a:endParaRPr lang="en-US" sz="800" dirty="0"/>
          </a:p>
        </p:txBody>
      </p:sp>
      <p:sp>
        <p:nvSpPr>
          <p:cNvPr id="14" name="Shape 12"/>
          <p:cNvSpPr/>
          <p:nvPr/>
        </p:nvSpPr>
        <p:spPr>
          <a:xfrm>
            <a:off x="6096000" y="640080"/>
            <a:ext cx="2865120" cy="2146554"/>
          </a:xfrm>
          <a:prstGeom prst="rect">
            <a:avLst/>
          </a:prstGeom>
          <a:solidFill>
            <a:srgbClr val="F5F0E8"/>
          </a:solidFill>
          <a:ln w="9525">
            <a:solidFill>
              <a:srgbClr val="C8B99A"/>
            </a:solidFill>
            <a:prstDash val="solid"/>
          </a:ln>
          <a:effectLst>
            <a:outerShdw sx="100000" sy="100000" kx="0" ky="0" algn="bl" rotWithShape="0" blurRad="38100" dist="12700" dir="8100000">
              <a:srgbClr val="000000">
                <a:alpha val="10000"/>
              </a:srgbClr>
            </a:outerShdw>
          </a:effectLst>
        </p:spPr>
      </p:sp>
      <p:sp>
        <p:nvSpPr>
          <p:cNvPr id="15" name="Text 13"/>
          <p:cNvSpPr/>
          <p:nvPr/>
        </p:nvSpPr>
        <p:spPr>
          <a:xfrm>
            <a:off x="6187440" y="694944"/>
            <a:ext cx="2682240" cy="201168"/>
          </a:xfrm>
          <a:prstGeom prst="rect">
            <a:avLst/>
          </a:prstGeom>
          <a:noFill/>
          <a:ln/>
        </p:spPr>
        <p:txBody>
          <a:bodyPr wrap="square" lIns="0" tIns="0" rIns="0" bIns="0" rtlCol="0" anchor="ctr"/>
          <a:lstStyle/>
          <a:p>
            <a:pPr algn="l" indent="0" marL="0">
              <a:buNone/>
            </a:pPr>
            <a:r>
              <a:rPr lang="en-US" sz="800" b="1" i="1" dirty="0">
                <a:solidFill>
                  <a:srgbClr val="6B4C35"/>
                </a:solidFill>
                <a:latin typeface="Georgia" pitchFamily="34" charset="0"/>
                <a:ea typeface="Georgia" pitchFamily="34" charset="-122"/>
                <a:cs typeface="Georgia" pitchFamily="34" charset="-120"/>
              </a:rPr>
              <a:t>Français (BDS)</a:t>
            </a:r>
            <a:endParaRPr lang="en-US" sz="800" dirty="0"/>
          </a:p>
        </p:txBody>
      </p:sp>
      <p:sp>
        <p:nvSpPr>
          <p:cNvPr id="16" name="Shape 14"/>
          <p:cNvSpPr/>
          <p:nvPr/>
        </p:nvSpPr>
        <p:spPr>
          <a:xfrm>
            <a:off x="6187440" y="896112"/>
            <a:ext cx="2682240" cy="0"/>
          </a:xfrm>
          <a:prstGeom prst="line">
            <a:avLst/>
          </a:prstGeom>
          <a:noFill/>
          <a:ln w="6350">
            <a:solidFill>
              <a:srgbClr val="C8B99A"/>
            </a:solidFill>
            <a:prstDash val="solid"/>
          </a:ln>
        </p:spPr>
      </p:sp>
      <p:sp>
        <p:nvSpPr>
          <p:cNvPr id="17" name="Text 15"/>
          <p:cNvSpPr/>
          <p:nvPr/>
        </p:nvSpPr>
        <p:spPr>
          <a:xfrm>
            <a:off x="6187440" y="960120"/>
            <a:ext cx="2682240" cy="1771650"/>
          </a:xfrm>
          <a:prstGeom prst="rect">
            <a:avLst/>
          </a:prstGeom>
          <a:noFill/>
          <a:ln/>
        </p:spPr>
        <p:txBody>
          <a:bodyPr wrap="square" lIns="0" tIns="0" rIns="0" bIns="0" rtlCol="0" anchor="t"/>
          <a:lstStyle/>
          <a:p>
            <a:pPr algn="l" indent="0" marL="0">
              <a:buNone/>
            </a:pPr>
            <a:r>
              <a:rPr lang="en-US" sz="800" b="1" dirty="0">
                <a:solidFill>
                  <a:srgbClr val="6B4C35"/>
                </a:solidFill>
                <a:latin typeface="Georgia" pitchFamily="34" charset="0"/>
                <a:ea typeface="Georgia" pitchFamily="34" charset="-122"/>
                <a:cs typeface="Georgia" pitchFamily="34" charset="-120"/>
              </a:rPr>
              <a:t>1 </a:t>
            </a:r>
            <a:pPr algn="l" indent="0" marL="0">
              <a:buNone/>
            </a:pPr>
            <a:r>
              <a:rPr lang="en-US" sz="1000" dirty="0">
                <a:solidFill>
                  <a:srgbClr val="2C1F13"/>
                </a:solidFill>
                <a:latin typeface="Georgia" pitchFamily="34" charset="0"/>
                <a:ea typeface="Georgia" pitchFamily="34" charset="-122"/>
                <a:cs typeface="Georgia" pitchFamily="34" charset="-120"/>
              </a:rPr>
              <a:t>Heureux l'homme qui ne marche pas selon les conseils des méchants, qui ne va pas se tenir sur le chemin des pécheurs, qui ne s'assied pas en la compagnie de ces gens qui se moquent de Dieu. </a:t>
            </a:r>
            <a:pPr algn="l" indent="0" marL="0">
              <a:buNone/>
            </a:pPr>
            <a:r>
              <a:rPr lang="en-US" sz="800" b="1" dirty="0">
                <a:solidFill>
                  <a:srgbClr val="6B4C35"/>
                </a:solidFill>
                <a:latin typeface="Georgia" pitchFamily="34" charset="0"/>
                <a:ea typeface="Georgia" pitchFamily="34" charset="-122"/>
                <a:cs typeface="Georgia" pitchFamily="34" charset="-120"/>
              </a:rPr>
              <a:t>2 </a:t>
            </a:r>
            <a:pPr algn="l" indent="0" marL="0">
              <a:buNone/>
            </a:pPr>
            <a:r>
              <a:rPr lang="en-US" sz="1000" dirty="0">
                <a:solidFill>
                  <a:srgbClr val="2C1F13"/>
                </a:solidFill>
                <a:latin typeface="Georgia" pitchFamily="34" charset="0"/>
                <a:ea typeface="Georgia" pitchFamily="34" charset="-122"/>
                <a:cs typeface="Georgia" pitchFamily="34" charset="-120"/>
              </a:rPr>
              <a:t>Toute sa joie il la met dans la Loi de l'Eternel qu'il médite jour et nuit.</a:t>
            </a:r>
            <a:endParaRPr lang="en-US" sz="800" dirty="0"/>
          </a:p>
        </p:txBody>
      </p:sp>
      <p:sp>
        <p:nvSpPr>
          <p:cNvPr id="18" name="Shape 16"/>
          <p:cNvSpPr/>
          <p:nvPr/>
        </p:nvSpPr>
        <p:spPr>
          <a:xfrm>
            <a:off x="182880" y="2859786"/>
            <a:ext cx="2865120" cy="2146554"/>
          </a:xfrm>
          <a:prstGeom prst="rect">
            <a:avLst/>
          </a:prstGeom>
          <a:solidFill>
            <a:srgbClr val="F5F0E8"/>
          </a:solidFill>
          <a:ln w="9525">
            <a:solidFill>
              <a:srgbClr val="C8B99A"/>
            </a:solidFill>
            <a:prstDash val="solid"/>
          </a:ln>
          <a:effectLst>
            <a:outerShdw sx="100000" sy="100000" kx="0" ky="0" algn="bl" rotWithShape="0" blurRad="38100" dist="12700" dir="8100000">
              <a:srgbClr val="000000">
                <a:alpha val="10000"/>
              </a:srgbClr>
            </a:outerShdw>
          </a:effectLst>
        </p:spPr>
      </p:sp>
      <p:sp>
        <p:nvSpPr>
          <p:cNvPr id="19" name="Text 17"/>
          <p:cNvSpPr/>
          <p:nvPr/>
        </p:nvSpPr>
        <p:spPr>
          <a:xfrm>
            <a:off x="274320" y="2914650"/>
            <a:ext cx="2682240" cy="201168"/>
          </a:xfrm>
          <a:prstGeom prst="rect">
            <a:avLst/>
          </a:prstGeom>
          <a:noFill/>
          <a:ln/>
        </p:spPr>
        <p:txBody>
          <a:bodyPr wrap="square" lIns="0" tIns="0" rIns="0" bIns="0" rtlCol="0" anchor="ctr"/>
          <a:lstStyle/>
          <a:p>
            <a:pPr algn="r" indent="0" marL="0">
              <a:buNone/>
            </a:pPr>
            <a:r>
              <a:rPr lang="en-US" sz="800" b="1" i="1" dirty="0">
                <a:solidFill>
                  <a:srgbClr val="6B4C35"/>
                </a:solidFill>
                <a:latin typeface="Georgia" pitchFamily="34" charset="0"/>
                <a:ea typeface="Georgia" pitchFamily="34" charset="-122"/>
                <a:cs typeface="Georgia" pitchFamily="34" charset="-120"/>
              </a:rPr>
              <a:t>عربي (GNA2025)</a:t>
            </a:r>
            <a:endParaRPr lang="en-US" sz="800" dirty="0"/>
          </a:p>
        </p:txBody>
      </p:sp>
      <p:sp>
        <p:nvSpPr>
          <p:cNvPr id="20" name="Shape 18"/>
          <p:cNvSpPr/>
          <p:nvPr/>
        </p:nvSpPr>
        <p:spPr>
          <a:xfrm>
            <a:off x="274320" y="3115818"/>
            <a:ext cx="2682240" cy="0"/>
          </a:xfrm>
          <a:prstGeom prst="line">
            <a:avLst/>
          </a:prstGeom>
          <a:noFill/>
          <a:ln w="6350">
            <a:solidFill>
              <a:srgbClr val="C8B99A"/>
            </a:solidFill>
            <a:prstDash val="solid"/>
          </a:ln>
        </p:spPr>
      </p:sp>
      <p:sp>
        <p:nvSpPr>
          <p:cNvPr id="21" name="Text 19"/>
          <p:cNvSpPr/>
          <p:nvPr/>
        </p:nvSpPr>
        <p:spPr>
          <a:xfrm>
            <a:off x="274320" y="3179826"/>
            <a:ext cx="2682240" cy="1771650"/>
          </a:xfrm>
          <a:prstGeom prst="rect">
            <a:avLst/>
          </a:prstGeom>
          <a:noFill/>
          <a:ln/>
        </p:spPr>
        <p:txBody>
          <a:bodyPr wrap="square" lIns="0" tIns="0" rIns="0" bIns="0" rtlCol="0" anchor="t"/>
          <a:lstStyle/>
          <a:p>
            <a:pPr algn="r" indent="0" marL="0">
              <a:buNone/>
            </a:pPr>
            <a:r>
              <a:rPr lang="en-US" sz="1200" b="1" dirty="0">
                <a:solidFill>
                  <a:srgbClr val="6B4C35"/>
                </a:solidFill>
                <a:latin typeface="Traditional Arabic" pitchFamily="34" charset="0"/>
                <a:ea typeface="Traditional Arabic" pitchFamily="34" charset="-122"/>
                <a:cs typeface="Traditional Arabic" pitchFamily="34" charset="-120"/>
              </a:rPr>
              <a:t>‏١ </a:t>
            </a:r>
            <a:pPr algn="r" indent="0" marL="0">
              <a:buNone/>
            </a:pPr>
            <a:r>
              <a:rPr lang="en-US" sz="1400" dirty="0">
                <a:solidFill>
                  <a:srgbClr val="2C1F13"/>
                </a:solidFill>
                <a:latin typeface="Traditional Arabic" pitchFamily="34" charset="0"/>
                <a:ea typeface="Traditional Arabic" pitchFamily="34" charset="-122"/>
                <a:cs typeface="Traditional Arabic" pitchFamily="34" charset="-120"/>
              </a:rPr>
              <a:t>هَنيئًا لِمَنْ لا يَسلُكُ في مَشورةِ الأشرارِ وفي طريقِ الخاطِئينَ لا يقِفُ، وفي مجلِسِ المُستَهزِئينَ لا يجلِسُ،‏ </a:t>
            </a:r>
            <a:pPr algn="r" indent="0" marL="0">
              <a:buNone/>
            </a:pPr>
            <a:r>
              <a:rPr lang="en-US" sz="1200" b="1" dirty="0">
                <a:solidFill>
                  <a:srgbClr val="6B4C35"/>
                </a:solidFill>
                <a:latin typeface="Traditional Arabic" pitchFamily="34" charset="0"/>
                <a:ea typeface="Traditional Arabic" pitchFamily="34" charset="-122"/>
                <a:cs typeface="Traditional Arabic" pitchFamily="34" charset="-120"/>
              </a:rPr>
              <a:t>‏٢ </a:t>
            </a:r>
            <a:pPr algn="r" indent="0" marL="0">
              <a:buNone/>
            </a:pPr>
            <a:r>
              <a:rPr lang="en-US" sz="1400" dirty="0">
                <a:solidFill>
                  <a:srgbClr val="2C1F13"/>
                </a:solidFill>
                <a:latin typeface="Traditional Arabic" pitchFamily="34" charset="0"/>
                <a:ea typeface="Traditional Arabic" pitchFamily="34" charset="-122"/>
                <a:cs typeface="Traditional Arabic" pitchFamily="34" charset="-120"/>
              </a:rPr>
              <a:t>بل في شريعةِ الرَّبِّ مَسرَّتُهُ وبها يَلهجُ نهارًا وليلًا.</a:t>
            </a:r>
            <a:endParaRPr lang="en-US" sz="1200" dirty="0"/>
          </a:p>
        </p:txBody>
      </p:sp>
      <p:sp>
        <p:nvSpPr>
          <p:cNvPr id="22" name="Shape 20"/>
          <p:cNvSpPr/>
          <p:nvPr/>
        </p:nvSpPr>
        <p:spPr>
          <a:xfrm>
            <a:off x="3139440" y="2859786"/>
            <a:ext cx="2865120" cy="2146554"/>
          </a:xfrm>
          <a:prstGeom prst="rect">
            <a:avLst/>
          </a:prstGeom>
          <a:solidFill>
            <a:srgbClr val="F5F0E8"/>
          </a:solidFill>
          <a:ln w="9525">
            <a:solidFill>
              <a:srgbClr val="C8B99A"/>
            </a:solidFill>
            <a:prstDash val="solid"/>
          </a:ln>
          <a:effectLst>
            <a:outerShdw sx="100000" sy="100000" kx="0" ky="0" algn="bl" rotWithShape="0" blurRad="38100" dist="12700" dir="8100000">
              <a:srgbClr val="000000">
                <a:alpha val="10000"/>
              </a:srgbClr>
            </a:outerShdw>
          </a:effectLst>
        </p:spPr>
      </p:sp>
      <p:sp>
        <p:nvSpPr>
          <p:cNvPr id="23" name="Text 21"/>
          <p:cNvSpPr/>
          <p:nvPr/>
        </p:nvSpPr>
        <p:spPr>
          <a:xfrm>
            <a:off x="3230880" y="2914650"/>
            <a:ext cx="2682240" cy="201168"/>
          </a:xfrm>
          <a:prstGeom prst="rect">
            <a:avLst/>
          </a:prstGeom>
          <a:noFill/>
          <a:ln/>
        </p:spPr>
        <p:txBody>
          <a:bodyPr wrap="square" lIns="0" tIns="0" rIns="0" bIns="0" rtlCol="0" anchor="ctr"/>
          <a:lstStyle/>
          <a:p>
            <a:pPr algn="r" indent="0" marL="0">
              <a:buNone/>
            </a:pPr>
            <a:r>
              <a:rPr lang="en-US" sz="800" b="1" i="1" dirty="0">
                <a:solidFill>
                  <a:srgbClr val="6B4C35"/>
                </a:solidFill>
                <a:latin typeface="Georgia" pitchFamily="34" charset="0"/>
                <a:ea typeface="Georgia" pitchFamily="34" charset="-122"/>
                <a:cs typeface="Georgia" pitchFamily="34" charset="-120"/>
              </a:rPr>
              <a:t>فارسی (NMV)</a:t>
            </a:r>
            <a:endParaRPr lang="en-US" sz="800" dirty="0"/>
          </a:p>
        </p:txBody>
      </p:sp>
      <p:sp>
        <p:nvSpPr>
          <p:cNvPr id="24" name="Shape 22"/>
          <p:cNvSpPr/>
          <p:nvPr/>
        </p:nvSpPr>
        <p:spPr>
          <a:xfrm>
            <a:off x="3230880" y="3115818"/>
            <a:ext cx="2682240" cy="0"/>
          </a:xfrm>
          <a:prstGeom prst="line">
            <a:avLst/>
          </a:prstGeom>
          <a:noFill/>
          <a:ln w="6350">
            <a:solidFill>
              <a:srgbClr val="C8B99A"/>
            </a:solidFill>
            <a:prstDash val="solid"/>
          </a:ln>
        </p:spPr>
      </p:sp>
      <p:sp>
        <p:nvSpPr>
          <p:cNvPr id="25" name="Text 23"/>
          <p:cNvSpPr/>
          <p:nvPr/>
        </p:nvSpPr>
        <p:spPr>
          <a:xfrm>
            <a:off x="3230880" y="3179826"/>
            <a:ext cx="2682240" cy="1771650"/>
          </a:xfrm>
          <a:prstGeom prst="rect">
            <a:avLst/>
          </a:prstGeom>
          <a:noFill/>
          <a:ln/>
        </p:spPr>
        <p:txBody>
          <a:bodyPr wrap="square" lIns="0" tIns="0" rIns="0" bIns="0" rtlCol="0" anchor="t"/>
          <a:lstStyle/>
          <a:p>
            <a:pPr algn="r" indent="0" marL="0">
              <a:buNone/>
            </a:pPr>
            <a:r>
              <a:rPr lang="en-US" sz="1200" b="1" dirty="0">
                <a:solidFill>
                  <a:srgbClr val="6B4C35"/>
                </a:solidFill>
                <a:latin typeface="Arabic Typesetting" pitchFamily="34" charset="0"/>
                <a:ea typeface="Arabic Typesetting" pitchFamily="34" charset="-122"/>
                <a:cs typeface="Arabic Typesetting" pitchFamily="34" charset="-120"/>
              </a:rPr>
              <a:t>‏۱ </a:t>
            </a:r>
            <a:pPr algn="r" indent="0" marL="0">
              <a:buNone/>
            </a:pPr>
            <a:r>
              <a:rPr lang="en-US" sz="1400" dirty="0">
                <a:solidFill>
                  <a:srgbClr val="2C1F13"/>
                </a:solidFill>
                <a:latin typeface="Arabic Typesetting" pitchFamily="34" charset="0"/>
                <a:ea typeface="Arabic Typesetting" pitchFamily="34" charset="-122"/>
                <a:cs typeface="Arabic Typesetting" pitchFamily="34" charset="-120"/>
              </a:rPr>
              <a:t>خوشا به حال کسی که در مشورت شریران گام نزند و در راه گنهکاران نایستد و در محفل تمسخرگران ننشیند؛‏ </a:t>
            </a:r>
            <a:pPr algn="r" indent="0" marL="0">
              <a:buNone/>
            </a:pPr>
            <a:r>
              <a:rPr lang="en-US" sz="1200" b="1" dirty="0">
                <a:solidFill>
                  <a:srgbClr val="6B4C35"/>
                </a:solidFill>
                <a:latin typeface="Arabic Typesetting" pitchFamily="34" charset="0"/>
                <a:ea typeface="Arabic Typesetting" pitchFamily="34" charset="-122"/>
                <a:cs typeface="Arabic Typesetting" pitchFamily="34" charset="-120"/>
              </a:rPr>
              <a:t>‏۲ </a:t>
            </a:r>
            <a:pPr algn="r" indent="0" marL="0">
              <a:buNone/>
            </a:pPr>
            <a:r>
              <a:rPr lang="en-US" sz="1400" dirty="0">
                <a:solidFill>
                  <a:srgbClr val="2C1F13"/>
                </a:solidFill>
                <a:latin typeface="Arabic Typesetting" pitchFamily="34" charset="0"/>
                <a:ea typeface="Arabic Typesetting" pitchFamily="34" charset="-122"/>
                <a:cs typeface="Arabic Typesetting" pitchFamily="34" charset="-120"/>
              </a:rPr>
              <a:t>بلکه رغبتش در شریعت خداوند باشد و شبانه‌روز در شریعت او تأمل کند.</a:t>
            </a:r>
            <a:endParaRPr lang="en-US" sz="1200" dirty="0"/>
          </a:p>
        </p:txBody>
      </p:sp>
      <p:sp>
        <p:nvSpPr>
          <p:cNvPr id="26" name="Shape 24"/>
          <p:cNvSpPr/>
          <p:nvPr/>
        </p:nvSpPr>
        <p:spPr>
          <a:xfrm>
            <a:off x="6096000" y="2859786"/>
            <a:ext cx="2865120" cy="2146554"/>
          </a:xfrm>
          <a:prstGeom prst="rect">
            <a:avLst/>
          </a:prstGeom>
          <a:solidFill>
            <a:srgbClr val="F5F0E8"/>
          </a:solidFill>
          <a:ln w="9525">
            <a:solidFill>
              <a:srgbClr val="C8B99A"/>
            </a:solidFill>
            <a:prstDash val="solid"/>
          </a:ln>
          <a:effectLst>
            <a:outerShdw sx="100000" sy="100000" kx="0" ky="0" algn="bl" rotWithShape="0" blurRad="38100" dist="12700" dir="8100000">
              <a:srgbClr val="000000">
                <a:alpha val="10000"/>
              </a:srgbClr>
            </a:outerShdw>
          </a:effectLst>
        </p:spPr>
      </p:sp>
      <p:sp>
        <p:nvSpPr>
          <p:cNvPr id="27" name="Text 25"/>
          <p:cNvSpPr/>
          <p:nvPr/>
        </p:nvSpPr>
        <p:spPr>
          <a:xfrm>
            <a:off x="6187440" y="2914650"/>
            <a:ext cx="2682240" cy="201168"/>
          </a:xfrm>
          <a:prstGeom prst="rect">
            <a:avLst/>
          </a:prstGeom>
          <a:noFill/>
          <a:ln/>
        </p:spPr>
        <p:txBody>
          <a:bodyPr wrap="square" lIns="0" tIns="0" rIns="0" bIns="0" rtlCol="0" anchor="ctr"/>
          <a:lstStyle/>
          <a:p>
            <a:pPr algn="l" indent="0" marL="0">
              <a:buNone/>
            </a:pPr>
            <a:r>
              <a:rPr lang="en-US" sz="800" b="1" i="1" dirty="0">
                <a:solidFill>
                  <a:srgbClr val="6B4C35"/>
                </a:solidFill>
                <a:latin typeface="Georgia" pitchFamily="34" charset="0"/>
                <a:ea typeface="Georgia" pitchFamily="34" charset="-122"/>
                <a:cs typeface="Georgia" pitchFamily="34" charset="-120"/>
              </a:rPr>
              <a:t>Türkçe (TCL02)</a:t>
            </a:r>
            <a:endParaRPr lang="en-US" sz="800" dirty="0"/>
          </a:p>
        </p:txBody>
      </p:sp>
      <p:sp>
        <p:nvSpPr>
          <p:cNvPr id="28" name="Shape 26"/>
          <p:cNvSpPr/>
          <p:nvPr/>
        </p:nvSpPr>
        <p:spPr>
          <a:xfrm>
            <a:off x="6187440" y="3115818"/>
            <a:ext cx="2682240" cy="0"/>
          </a:xfrm>
          <a:prstGeom prst="line">
            <a:avLst/>
          </a:prstGeom>
          <a:noFill/>
          <a:ln w="6350">
            <a:solidFill>
              <a:srgbClr val="C8B99A"/>
            </a:solidFill>
            <a:prstDash val="solid"/>
          </a:ln>
        </p:spPr>
      </p:sp>
      <p:sp>
        <p:nvSpPr>
          <p:cNvPr id="29" name="Text 27"/>
          <p:cNvSpPr/>
          <p:nvPr/>
        </p:nvSpPr>
        <p:spPr>
          <a:xfrm>
            <a:off x="6187440" y="3179826"/>
            <a:ext cx="2682240" cy="1771650"/>
          </a:xfrm>
          <a:prstGeom prst="rect">
            <a:avLst/>
          </a:prstGeom>
          <a:noFill/>
          <a:ln/>
        </p:spPr>
        <p:txBody>
          <a:bodyPr wrap="square" lIns="0" tIns="0" rIns="0" bIns="0" rtlCol="0" anchor="t"/>
          <a:lstStyle/>
          <a:p>
            <a:pPr algn="l" indent="0" marL="0">
              <a:buNone/>
            </a:pPr>
            <a:r>
              <a:rPr lang="en-US" sz="800" b="1" dirty="0">
                <a:solidFill>
                  <a:srgbClr val="6B4C35"/>
                </a:solidFill>
                <a:latin typeface="Georgia" pitchFamily="34" charset="0"/>
                <a:ea typeface="Georgia" pitchFamily="34" charset="-122"/>
                <a:cs typeface="Georgia" pitchFamily="34" charset="-120"/>
              </a:rPr>
              <a:t>1 </a:t>
            </a:r>
            <a:pPr algn="l" indent="0" marL="0">
              <a:buNone/>
            </a:pPr>
            <a:r>
              <a:rPr lang="en-US" sz="1000" dirty="0">
                <a:solidFill>
                  <a:srgbClr val="2C1F13"/>
                </a:solidFill>
                <a:latin typeface="Georgia" pitchFamily="34" charset="0"/>
                <a:ea typeface="Georgia" pitchFamily="34" charset="-122"/>
                <a:cs typeface="Georgia" pitchFamily="34" charset="-120"/>
              </a:rPr>
              <a:t>Ne mutlu o insana ki, kötülerin öğüdüyle yürümez, Günahkârların yolunda durmaz, Alaycıların arasında oturmaz. </a:t>
            </a:r>
            <a:pPr algn="l" indent="0" marL="0">
              <a:buNone/>
            </a:pPr>
            <a:r>
              <a:rPr lang="en-US" sz="800" b="1" dirty="0">
                <a:solidFill>
                  <a:srgbClr val="6B4C35"/>
                </a:solidFill>
                <a:latin typeface="Georgia" pitchFamily="34" charset="0"/>
                <a:ea typeface="Georgia" pitchFamily="34" charset="-122"/>
                <a:cs typeface="Georgia" pitchFamily="34" charset="-120"/>
              </a:rPr>
              <a:t>2 </a:t>
            </a:r>
            <a:pPr algn="l" indent="0" marL="0">
              <a:buNone/>
            </a:pPr>
            <a:r>
              <a:rPr lang="en-US" sz="1000" dirty="0">
                <a:solidFill>
                  <a:srgbClr val="2C1F13"/>
                </a:solidFill>
                <a:latin typeface="Georgia" pitchFamily="34" charset="0"/>
                <a:ea typeface="Georgia" pitchFamily="34" charset="-122"/>
                <a:cs typeface="Georgia" pitchFamily="34" charset="-120"/>
              </a:rPr>
              <a:t>Ancak zevkini RAB'bin Yasası'ndan alır Ve gece gündüz onun üzerinde derin derin düşünür.</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8DC"/>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D9CEB8"/>
          </a:solidFill>
          <a:ln w="12700">
            <a:solidFill>
              <a:srgbClr val="D9CEB8"/>
            </a:solidFill>
            <a:prstDash val="solid"/>
          </a:ln>
        </p:spPr>
      </p:sp>
      <p:sp>
        <p:nvSpPr>
          <p:cNvPr id="3" name="Shape 1"/>
          <p:cNvSpPr/>
          <p:nvPr/>
        </p:nvSpPr>
        <p:spPr>
          <a:xfrm>
            <a:off x="182880" y="493776"/>
            <a:ext cx="8778240" cy="0"/>
          </a:xfrm>
          <a:prstGeom prst="line">
            <a:avLst/>
          </a:prstGeom>
          <a:noFill/>
          <a:ln w="9525">
            <a:solidFill>
              <a:srgbClr val="C8B99A"/>
            </a:solidFill>
            <a:prstDash val="solid"/>
          </a:ln>
        </p:spPr>
      </p:sp>
      <p:sp>
        <p:nvSpPr>
          <p:cNvPr id="4" name="Text 2"/>
          <p:cNvSpPr/>
          <p:nvPr/>
        </p:nvSpPr>
        <p:spPr>
          <a:xfrm>
            <a:off x="182880" y="0"/>
            <a:ext cx="4572000" cy="502920"/>
          </a:xfrm>
          <a:prstGeom prst="rect">
            <a:avLst/>
          </a:prstGeom>
          <a:noFill/>
          <a:ln/>
        </p:spPr>
        <p:txBody>
          <a:bodyPr wrap="square" lIns="0" tIns="0" rIns="0" bIns="0" rtlCol="0" anchor="ctr"/>
          <a:lstStyle/>
          <a:p>
            <a:pPr algn="l" indent="0" marL="0">
              <a:buNone/>
            </a:pPr>
            <a:r>
              <a:rPr lang="en-US" sz="1900" b="1" dirty="0">
                <a:solidFill>
                  <a:srgbClr val="3D2B1F"/>
                </a:solidFill>
                <a:latin typeface="Georgia" pitchFamily="34" charset="0"/>
                <a:ea typeface="Georgia" pitchFamily="34" charset="-122"/>
                <a:cs typeface="Georgia" pitchFamily="34" charset="-120"/>
              </a:rPr>
              <a:t>Psalm 1:3</a:t>
            </a:r>
            <a:endParaRPr lang="en-US" sz="1900" dirty="0"/>
          </a:p>
        </p:txBody>
      </p:sp>
      <p:sp>
        <p:nvSpPr>
          <p:cNvPr id="5" name="Text 3"/>
          <p:cNvSpPr/>
          <p:nvPr/>
        </p:nvSpPr>
        <p:spPr>
          <a:xfrm>
            <a:off x="5029200" y="0"/>
            <a:ext cx="3931920" cy="502920"/>
          </a:xfrm>
          <a:prstGeom prst="rect">
            <a:avLst/>
          </a:prstGeom>
          <a:noFill/>
          <a:ln/>
        </p:spPr>
        <p:txBody>
          <a:bodyPr wrap="square" lIns="0" tIns="0" rIns="0" bIns="0" rtlCol="0" anchor="ctr"/>
          <a:lstStyle/>
          <a:p>
            <a:pPr algn="r" indent="0" marL="0">
              <a:buNone/>
            </a:pPr>
            <a:r>
              <a:rPr lang="en-US" sz="1050" i="1" dirty="0">
                <a:solidFill>
                  <a:srgbClr val="6B4C35"/>
                </a:solidFill>
                <a:latin typeface="Georgia" pitchFamily="34" charset="0"/>
                <a:ea typeface="Georgia" pitchFamily="34" charset="-122"/>
                <a:cs typeface="Georgia" pitchFamily="34" charset="-120"/>
              </a:rPr>
              <a:t>Psalm 1:1–6</a:t>
            </a:r>
            <a:endParaRPr lang="en-US" sz="1050" dirty="0"/>
          </a:p>
        </p:txBody>
      </p:sp>
      <p:sp>
        <p:nvSpPr>
          <p:cNvPr id="6" name="Shape 4"/>
          <p:cNvSpPr/>
          <p:nvPr/>
        </p:nvSpPr>
        <p:spPr>
          <a:xfrm>
            <a:off x="182880" y="640080"/>
            <a:ext cx="2865120" cy="2146554"/>
          </a:xfrm>
          <a:prstGeom prst="rect">
            <a:avLst/>
          </a:prstGeom>
          <a:solidFill>
            <a:srgbClr val="F5F0E8"/>
          </a:solidFill>
          <a:ln w="9525">
            <a:solidFill>
              <a:srgbClr val="C8B99A"/>
            </a:solidFill>
            <a:prstDash val="solid"/>
          </a:ln>
          <a:effectLst>
            <a:outerShdw sx="100000" sy="100000" kx="0" ky="0" algn="bl" rotWithShape="0" blurRad="38100" dist="12700" dir="8100000">
              <a:srgbClr val="000000">
                <a:alpha val="10000"/>
              </a:srgbClr>
            </a:outerShdw>
          </a:effectLst>
        </p:spPr>
      </p:sp>
      <p:sp>
        <p:nvSpPr>
          <p:cNvPr id="7" name="Text 5"/>
          <p:cNvSpPr/>
          <p:nvPr/>
        </p:nvSpPr>
        <p:spPr>
          <a:xfrm>
            <a:off x="274320" y="694944"/>
            <a:ext cx="2682240" cy="201168"/>
          </a:xfrm>
          <a:prstGeom prst="rect">
            <a:avLst/>
          </a:prstGeom>
          <a:noFill/>
          <a:ln/>
        </p:spPr>
        <p:txBody>
          <a:bodyPr wrap="square" lIns="0" tIns="0" rIns="0" bIns="0" rtlCol="0" anchor="ctr"/>
          <a:lstStyle/>
          <a:p>
            <a:pPr algn="l" indent="0" marL="0">
              <a:buNone/>
            </a:pPr>
            <a:r>
              <a:rPr lang="en-US" sz="800" b="1" i="1" dirty="0">
                <a:solidFill>
                  <a:srgbClr val="6B4C35"/>
                </a:solidFill>
                <a:latin typeface="Georgia" pitchFamily="34" charset="0"/>
                <a:ea typeface="Georgia" pitchFamily="34" charset="-122"/>
                <a:cs typeface="Georgia" pitchFamily="34" charset="-120"/>
              </a:rPr>
              <a:t>Nederlands (NBV)</a:t>
            </a:r>
            <a:endParaRPr lang="en-US" sz="800" dirty="0"/>
          </a:p>
        </p:txBody>
      </p:sp>
      <p:sp>
        <p:nvSpPr>
          <p:cNvPr id="8" name="Shape 6"/>
          <p:cNvSpPr/>
          <p:nvPr/>
        </p:nvSpPr>
        <p:spPr>
          <a:xfrm>
            <a:off x="274320" y="896112"/>
            <a:ext cx="2682240" cy="0"/>
          </a:xfrm>
          <a:prstGeom prst="line">
            <a:avLst/>
          </a:prstGeom>
          <a:noFill/>
          <a:ln w="6350">
            <a:solidFill>
              <a:srgbClr val="C8B99A"/>
            </a:solidFill>
            <a:prstDash val="solid"/>
          </a:ln>
        </p:spPr>
      </p:sp>
      <p:sp>
        <p:nvSpPr>
          <p:cNvPr id="9" name="Text 7"/>
          <p:cNvSpPr/>
          <p:nvPr/>
        </p:nvSpPr>
        <p:spPr>
          <a:xfrm>
            <a:off x="274320" y="960120"/>
            <a:ext cx="2682240" cy="1771650"/>
          </a:xfrm>
          <a:prstGeom prst="rect">
            <a:avLst/>
          </a:prstGeom>
          <a:noFill/>
          <a:ln/>
        </p:spPr>
        <p:txBody>
          <a:bodyPr wrap="square" lIns="0" tIns="0" rIns="0" bIns="0" rtlCol="0" anchor="t"/>
          <a:lstStyle/>
          <a:p>
            <a:pPr algn="l" indent="0" marL="0">
              <a:buNone/>
            </a:pPr>
            <a:r>
              <a:rPr lang="en-US" sz="800" b="1" dirty="0">
                <a:solidFill>
                  <a:srgbClr val="6B4C35"/>
                </a:solidFill>
                <a:latin typeface="Georgia" pitchFamily="34" charset="0"/>
                <a:ea typeface="Georgia" pitchFamily="34" charset="-122"/>
                <a:cs typeface="Georgia" pitchFamily="34" charset="-120"/>
              </a:rPr>
              <a:t>3 </a:t>
            </a:r>
            <a:pPr algn="l" indent="0" marL="0">
              <a:buNone/>
            </a:pPr>
            <a:r>
              <a:rPr lang="en-US" sz="1000" dirty="0">
                <a:solidFill>
                  <a:srgbClr val="2C1F13"/>
                </a:solidFill>
                <a:latin typeface="Georgia" pitchFamily="34" charset="0"/>
                <a:ea typeface="Georgia" pitchFamily="34" charset="-122"/>
                <a:cs typeface="Georgia" pitchFamily="34" charset="-120"/>
              </a:rPr>
              <a:t>Hij zal zijn als een boom, geplant aan stromend water. Op tijd draagt hij vrucht, zijn bladeren verdorren niet. Alles wat hij doet komt tot bloei.</a:t>
            </a:r>
            <a:endParaRPr lang="en-US" sz="800" dirty="0"/>
          </a:p>
        </p:txBody>
      </p:sp>
      <p:sp>
        <p:nvSpPr>
          <p:cNvPr id="10" name="Shape 8"/>
          <p:cNvSpPr/>
          <p:nvPr/>
        </p:nvSpPr>
        <p:spPr>
          <a:xfrm>
            <a:off x="3139440" y="640080"/>
            <a:ext cx="2865120" cy="2146554"/>
          </a:xfrm>
          <a:prstGeom prst="rect">
            <a:avLst/>
          </a:prstGeom>
          <a:solidFill>
            <a:srgbClr val="F5F0E8"/>
          </a:solidFill>
          <a:ln w="9525">
            <a:solidFill>
              <a:srgbClr val="C8B99A"/>
            </a:solidFill>
            <a:prstDash val="solid"/>
          </a:ln>
          <a:effectLst>
            <a:outerShdw sx="100000" sy="100000" kx="0" ky="0" algn="bl" rotWithShape="0" blurRad="38100" dist="12700" dir="8100000">
              <a:srgbClr val="000000">
                <a:alpha val="10000"/>
              </a:srgbClr>
            </a:outerShdw>
          </a:effectLst>
        </p:spPr>
      </p:sp>
      <p:sp>
        <p:nvSpPr>
          <p:cNvPr id="11" name="Text 9"/>
          <p:cNvSpPr/>
          <p:nvPr/>
        </p:nvSpPr>
        <p:spPr>
          <a:xfrm>
            <a:off x="3230880" y="694944"/>
            <a:ext cx="2682240" cy="201168"/>
          </a:xfrm>
          <a:prstGeom prst="rect">
            <a:avLst/>
          </a:prstGeom>
          <a:noFill/>
          <a:ln/>
        </p:spPr>
        <p:txBody>
          <a:bodyPr wrap="square" lIns="0" tIns="0" rIns="0" bIns="0" rtlCol="0" anchor="ctr"/>
          <a:lstStyle/>
          <a:p>
            <a:pPr algn="l" indent="0" marL="0">
              <a:buNone/>
            </a:pPr>
            <a:r>
              <a:rPr lang="en-US" sz="800" b="1" i="1" dirty="0">
                <a:solidFill>
                  <a:srgbClr val="6B4C35"/>
                </a:solidFill>
                <a:latin typeface="Georgia" pitchFamily="34" charset="0"/>
                <a:ea typeface="Georgia" pitchFamily="34" charset="-122"/>
                <a:cs typeface="Georgia" pitchFamily="34" charset="-120"/>
              </a:rPr>
              <a:t>English (NIV)</a:t>
            </a:r>
            <a:endParaRPr lang="en-US" sz="800" dirty="0"/>
          </a:p>
        </p:txBody>
      </p:sp>
      <p:sp>
        <p:nvSpPr>
          <p:cNvPr id="12" name="Shape 10"/>
          <p:cNvSpPr/>
          <p:nvPr/>
        </p:nvSpPr>
        <p:spPr>
          <a:xfrm>
            <a:off x="3230880" y="896112"/>
            <a:ext cx="2682240" cy="0"/>
          </a:xfrm>
          <a:prstGeom prst="line">
            <a:avLst/>
          </a:prstGeom>
          <a:noFill/>
          <a:ln w="6350">
            <a:solidFill>
              <a:srgbClr val="C8B99A"/>
            </a:solidFill>
            <a:prstDash val="solid"/>
          </a:ln>
        </p:spPr>
      </p:sp>
      <p:sp>
        <p:nvSpPr>
          <p:cNvPr id="13" name="Text 11"/>
          <p:cNvSpPr/>
          <p:nvPr/>
        </p:nvSpPr>
        <p:spPr>
          <a:xfrm>
            <a:off x="3230880" y="960120"/>
            <a:ext cx="2682240" cy="1771650"/>
          </a:xfrm>
          <a:prstGeom prst="rect">
            <a:avLst/>
          </a:prstGeom>
          <a:noFill/>
          <a:ln/>
        </p:spPr>
        <p:txBody>
          <a:bodyPr wrap="square" lIns="0" tIns="0" rIns="0" bIns="0" rtlCol="0" anchor="t"/>
          <a:lstStyle/>
          <a:p>
            <a:pPr algn="l" indent="0" marL="0">
              <a:buNone/>
            </a:pPr>
            <a:r>
              <a:rPr lang="en-US" sz="800" b="1" dirty="0">
                <a:solidFill>
                  <a:srgbClr val="6B4C35"/>
                </a:solidFill>
                <a:latin typeface="Georgia" pitchFamily="34" charset="0"/>
                <a:ea typeface="Georgia" pitchFamily="34" charset="-122"/>
                <a:cs typeface="Georgia" pitchFamily="34" charset="-120"/>
              </a:rPr>
              <a:t>3 </a:t>
            </a:r>
            <a:pPr algn="l" indent="0" marL="0">
              <a:buNone/>
            </a:pPr>
            <a:r>
              <a:rPr lang="en-US" sz="1000" dirty="0">
                <a:solidFill>
                  <a:srgbClr val="2C1F13"/>
                </a:solidFill>
                <a:latin typeface="Georgia" pitchFamily="34" charset="0"/>
                <a:ea typeface="Georgia" pitchFamily="34" charset="-122"/>
                <a:cs typeface="Georgia" pitchFamily="34" charset="-120"/>
              </a:rPr>
              <a:t>That person is like a tree planted by streams of water, which yields its fruit in season and whose leaf does not wither— whatever they do prospers.</a:t>
            </a:r>
            <a:endParaRPr lang="en-US" sz="800" dirty="0"/>
          </a:p>
        </p:txBody>
      </p:sp>
      <p:sp>
        <p:nvSpPr>
          <p:cNvPr id="14" name="Shape 12"/>
          <p:cNvSpPr/>
          <p:nvPr/>
        </p:nvSpPr>
        <p:spPr>
          <a:xfrm>
            <a:off x="6096000" y="640080"/>
            <a:ext cx="2865120" cy="2146554"/>
          </a:xfrm>
          <a:prstGeom prst="rect">
            <a:avLst/>
          </a:prstGeom>
          <a:solidFill>
            <a:srgbClr val="F5F0E8"/>
          </a:solidFill>
          <a:ln w="9525">
            <a:solidFill>
              <a:srgbClr val="C8B99A"/>
            </a:solidFill>
            <a:prstDash val="solid"/>
          </a:ln>
          <a:effectLst>
            <a:outerShdw sx="100000" sy="100000" kx="0" ky="0" algn="bl" rotWithShape="0" blurRad="38100" dist="12700" dir="8100000">
              <a:srgbClr val="000000">
                <a:alpha val="10000"/>
              </a:srgbClr>
            </a:outerShdw>
          </a:effectLst>
        </p:spPr>
      </p:sp>
      <p:sp>
        <p:nvSpPr>
          <p:cNvPr id="15" name="Text 13"/>
          <p:cNvSpPr/>
          <p:nvPr/>
        </p:nvSpPr>
        <p:spPr>
          <a:xfrm>
            <a:off x="6187440" y="694944"/>
            <a:ext cx="2682240" cy="201168"/>
          </a:xfrm>
          <a:prstGeom prst="rect">
            <a:avLst/>
          </a:prstGeom>
          <a:noFill/>
          <a:ln/>
        </p:spPr>
        <p:txBody>
          <a:bodyPr wrap="square" lIns="0" tIns="0" rIns="0" bIns="0" rtlCol="0" anchor="ctr"/>
          <a:lstStyle/>
          <a:p>
            <a:pPr algn="l" indent="0" marL="0">
              <a:buNone/>
            </a:pPr>
            <a:r>
              <a:rPr lang="en-US" sz="800" b="1" i="1" dirty="0">
                <a:solidFill>
                  <a:srgbClr val="6B4C35"/>
                </a:solidFill>
                <a:latin typeface="Georgia" pitchFamily="34" charset="0"/>
                <a:ea typeface="Georgia" pitchFamily="34" charset="-122"/>
                <a:cs typeface="Georgia" pitchFamily="34" charset="-120"/>
              </a:rPr>
              <a:t>Français (BDS)</a:t>
            </a:r>
            <a:endParaRPr lang="en-US" sz="800" dirty="0"/>
          </a:p>
        </p:txBody>
      </p:sp>
      <p:sp>
        <p:nvSpPr>
          <p:cNvPr id="16" name="Shape 14"/>
          <p:cNvSpPr/>
          <p:nvPr/>
        </p:nvSpPr>
        <p:spPr>
          <a:xfrm>
            <a:off x="6187440" y="896112"/>
            <a:ext cx="2682240" cy="0"/>
          </a:xfrm>
          <a:prstGeom prst="line">
            <a:avLst/>
          </a:prstGeom>
          <a:noFill/>
          <a:ln w="6350">
            <a:solidFill>
              <a:srgbClr val="C8B99A"/>
            </a:solidFill>
            <a:prstDash val="solid"/>
          </a:ln>
        </p:spPr>
      </p:sp>
      <p:sp>
        <p:nvSpPr>
          <p:cNvPr id="17" name="Text 15"/>
          <p:cNvSpPr/>
          <p:nvPr/>
        </p:nvSpPr>
        <p:spPr>
          <a:xfrm>
            <a:off x="6187440" y="960120"/>
            <a:ext cx="2682240" cy="1771650"/>
          </a:xfrm>
          <a:prstGeom prst="rect">
            <a:avLst/>
          </a:prstGeom>
          <a:noFill/>
          <a:ln/>
        </p:spPr>
        <p:txBody>
          <a:bodyPr wrap="square" lIns="0" tIns="0" rIns="0" bIns="0" rtlCol="0" anchor="t"/>
          <a:lstStyle/>
          <a:p>
            <a:pPr algn="l" indent="0" marL="0">
              <a:buNone/>
            </a:pPr>
            <a:r>
              <a:rPr lang="en-US" sz="800" b="1" dirty="0">
                <a:solidFill>
                  <a:srgbClr val="6B4C35"/>
                </a:solidFill>
                <a:latin typeface="Georgia" pitchFamily="34" charset="0"/>
                <a:ea typeface="Georgia" pitchFamily="34" charset="-122"/>
                <a:cs typeface="Georgia" pitchFamily="34" charset="-120"/>
              </a:rPr>
              <a:t>3 </a:t>
            </a:r>
            <a:pPr algn="l" indent="0" marL="0">
              <a:buNone/>
            </a:pPr>
            <a:r>
              <a:rPr lang="en-US" sz="1000" dirty="0">
                <a:solidFill>
                  <a:srgbClr val="2C1F13"/>
                </a:solidFill>
                <a:latin typeface="Georgia" pitchFamily="34" charset="0"/>
                <a:ea typeface="Georgia" pitchFamily="34" charset="-122"/>
                <a:cs typeface="Georgia" pitchFamily="34" charset="-120"/>
              </a:rPr>
              <a:t>Il prospère comme un arbre implanté près d'un cours d'eau ; il donne toujours son fruit lorsqu'en revient la saison. Son feuillage est toujours vert ; tout ce qu'il fait réussit.</a:t>
            </a:r>
            <a:endParaRPr lang="en-US" sz="800" dirty="0"/>
          </a:p>
        </p:txBody>
      </p:sp>
      <p:sp>
        <p:nvSpPr>
          <p:cNvPr id="18" name="Shape 16"/>
          <p:cNvSpPr/>
          <p:nvPr/>
        </p:nvSpPr>
        <p:spPr>
          <a:xfrm>
            <a:off x="182880" y="2859786"/>
            <a:ext cx="2865120" cy="2146554"/>
          </a:xfrm>
          <a:prstGeom prst="rect">
            <a:avLst/>
          </a:prstGeom>
          <a:solidFill>
            <a:srgbClr val="F5F0E8"/>
          </a:solidFill>
          <a:ln w="9525">
            <a:solidFill>
              <a:srgbClr val="C8B99A"/>
            </a:solidFill>
            <a:prstDash val="solid"/>
          </a:ln>
          <a:effectLst>
            <a:outerShdw sx="100000" sy="100000" kx="0" ky="0" algn="bl" rotWithShape="0" blurRad="38100" dist="12700" dir="8100000">
              <a:srgbClr val="000000">
                <a:alpha val="10000"/>
              </a:srgbClr>
            </a:outerShdw>
          </a:effectLst>
        </p:spPr>
      </p:sp>
      <p:sp>
        <p:nvSpPr>
          <p:cNvPr id="19" name="Text 17"/>
          <p:cNvSpPr/>
          <p:nvPr/>
        </p:nvSpPr>
        <p:spPr>
          <a:xfrm>
            <a:off x="274320" y="2914650"/>
            <a:ext cx="2682240" cy="201168"/>
          </a:xfrm>
          <a:prstGeom prst="rect">
            <a:avLst/>
          </a:prstGeom>
          <a:noFill/>
          <a:ln/>
        </p:spPr>
        <p:txBody>
          <a:bodyPr wrap="square" lIns="0" tIns="0" rIns="0" bIns="0" rtlCol="0" anchor="ctr"/>
          <a:lstStyle/>
          <a:p>
            <a:pPr algn="r" indent="0" marL="0">
              <a:buNone/>
            </a:pPr>
            <a:r>
              <a:rPr lang="en-US" sz="800" b="1" i="1" dirty="0">
                <a:solidFill>
                  <a:srgbClr val="6B4C35"/>
                </a:solidFill>
                <a:latin typeface="Georgia" pitchFamily="34" charset="0"/>
                <a:ea typeface="Georgia" pitchFamily="34" charset="-122"/>
                <a:cs typeface="Georgia" pitchFamily="34" charset="-120"/>
              </a:rPr>
              <a:t>عربي (GNA2025)</a:t>
            </a:r>
            <a:endParaRPr lang="en-US" sz="800" dirty="0"/>
          </a:p>
        </p:txBody>
      </p:sp>
      <p:sp>
        <p:nvSpPr>
          <p:cNvPr id="20" name="Shape 18"/>
          <p:cNvSpPr/>
          <p:nvPr/>
        </p:nvSpPr>
        <p:spPr>
          <a:xfrm>
            <a:off x="274320" y="3115818"/>
            <a:ext cx="2682240" cy="0"/>
          </a:xfrm>
          <a:prstGeom prst="line">
            <a:avLst/>
          </a:prstGeom>
          <a:noFill/>
          <a:ln w="6350">
            <a:solidFill>
              <a:srgbClr val="C8B99A"/>
            </a:solidFill>
            <a:prstDash val="solid"/>
          </a:ln>
        </p:spPr>
      </p:sp>
      <p:sp>
        <p:nvSpPr>
          <p:cNvPr id="21" name="Text 19"/>
          <p:cNvSpPr/>
          <p:nvPr/>
        </p:nvSpPr>
        <p:spPr>
          <a:xfrm>
            <a:off x="274320" y="3179826"/>
            <a:ext cx="2682240" cy="1771650"/>
          </a:xfrm>
          <a:prstGeom prst="rect">
            <a:avLst/>
          </a:prstGeom>
          <a:noFill/>
          <a:ln/>
        </p:spPr>
        <p:txBody>
          <a:bodyPr wrap="square" lIns="0" tIns="0" rIns="0" bIns="0" rtlCol="0" anchor="t"/>
          <a:lstStyle/>
          <a:p>
            <a:pPr algn="r" indent="0" marL="0">
              <a:buNone/>
            </a:pPr>
            <a:r>
              <a:rPr lang="en-US" sz="1200" b="1" dirty="0">
                <a:solidFill>
                  <a:srgbClr val="6B4C35"/>
                </a:solidFill>
                <a:latin typeface="Traditional Arabic" pitchFamily="34" charset="0"/>
                <a:ea typeface="Traditional Arabic" pitchFamily="34" charset="-122"/>
                <a:cs typeface="Traditional Arabic" pitchFamily="34" charset="-120"/>
              </a:rPr>
              <a:t>‏٣ </a:t>
            </a:r>
            <a:pPr algn="r" indent="0" marL="0">
              <a:buNone/>
            </a:pPr>
            <a:r>
              <a:rPr lang="en-US" sz="1400" dirty="0">
                <a:solidFill>
                  <a:srgbClr val="2C1F13"/>
                </a:solidFill>
                <a:latin typeface="Traditional Arabic" pitchFamily="34" charset="0"/>
                <a:ea typeface="Traditional Arabic" pitchFamily="34" charset="-122"/>
                <a:cs typeface="Traditional Arabic" pitchFamily="34" charset="-120"/>
              </a:rPr>
              <a:t>فيكونُ كشَجرةٍ مغروسةٍ على مجاري المياهِ، تُعطي ثمرَها في أوانِهِ، وورَقُها لا يذبُلُ، وكُلُّ ما يعمَلُهُ صالِحٌ.</a:t>
            </a:r>
            <a:endParaRPr lang="en-US" sz="1200" dirty="0"/>
          </a:p>
        </p:txBody>
      </p:sp>
      <p:sp>
        <p:nvSpPr>
          <p:cNvPr id="22" name="Shape 20"/>
          <p:cNvSpPr/>
          <p:nvPr/>
        </p:nvSpPr>
        <p:spPr>
          <a:xfrm>
            <a:off x="3139440" y="2859786"/>
            <a:ext cx="2865120" cy="2146554"/>
          </a:xfrm>
          <a:prstGeom prst="rect">
            <a:avLst/>
          </a:prstGeom>
          <a:solidFill>
            <a:srgbClr val="F5F0E8"/>
          </a:solidFill>
          <a:ln w="9525">
            <a:solidFill>
              <a:srgbClr val="C8B99A"/>
            </a:solidFill>
            <a:prstDash val="solid"/>
          </a:ln>
          <a:effectLst>
            <a:outerShdw sx="100000" sy="100000" kx="0" ky="0" algn="bl" rotWithShape="0" blurRad="38100" dist="12700" dir="8100000">
              <a:srgbClr val="000000">
                <a:alpha val="10000"/>
              </a:srgbClr>
            </a:outerShdw>
          </a:effectLst>
        </p:spPr>
      </p:sp>
      <p:sp>
        <p:nvSpPr>
          <p:cNvPr id="23" name="Text 21"/>
          <p:cNvSpPr/>
          <p:nvPr/>
        </p:nvSpPr>
        <p:spPr>
          <a:xfrm>
            <a:off x="3230880" y="2914650"/>
            <a:ext cx="2682240" cy="201168"/>
          </a:xfrm>
          <a:prstGeom prst="rect">
            <a:avLst/>
          </a:prstGeom>
          <a:noFill/>
          <a:ln/>
        </p:spPr>
        <p:txBody>
          <a:bodyPr wrap="square" lIns="0" tIns="0" rIns="0" bIns="0" rtlCol="0" anchor="ctr"/>
          <a:lstStyle/>
          <a:p>
            <a:pPr algn="r" indent="0" marL="0">
              <a:buNone/>
            </a:pPr>
            <a:r>
              <a:rPr lang="en-US" sz="800" b="1" i="1" dirty="0">
                <a:solidFill>
                  <a:srgbClr val="6B4C35"/>
                </a:solidFill>
                <a:latin typeface="Georgia" pitchFamily="34" charset="0"/>
                <a:ea typeface="Georgia" pitchFamily="34" charset="-122"/>
                <a:cs typeface="Georgia" pitchFamily="34" charset="-120"/>
              </a:rPr>
              <a:t>فارسی (NMV)</a:t>
            </a:r>
            <a:endParaRPr lang="en-US" sz="800" dirty="0"/>
          </a:p>
        </p:txBody>
      </p:sp>
      <p:sp>
        <p:nvSpPr>
          <p:cNvPr id="24" name="Shape 22"/>
          <p:cNvSpPr/>
          <p:nvPr/>
        </p:nvSpPr>
        <p:spPr>
          <a:xfrm>
            <a:off x="3230880" y="3115818"/>
            <a:ext cx="2682240" cy="0"/>
          </a:xfrm>
          <a:prstGeom prst="line">
            <a:avLst/>
          </a:prstGeom>
          <a:noFill/>
          <a:ln w="6350">
            <a:solidFill>
              <a:srgbClr val="C8B99A"/>
            </a:solidFill>
            <a:prstDash val="solid"/>
          </a:ln>
        </p:spPr>
      </p:sp>
      <p:sp>
        <p:nvSpPr>
          <p:cNvPr id="25" name="Text 23"/>
          <p:cNvSpPr/>
          <p:nvPr/>
        </p:nvSpPr>
        <p:spPr>
          <a:xfrm>
            <a:off x="3230880" y="3179826"/>
            <a:ext cx="2682240" cy="1771650"/>
          </a:xfrm>
          <a:prstGeom prst="rect">
            <a:avLst/>
          </a:prstGeom>
          <a:noFill/>
          <a:ln/>
        </p:spPr>
        <p:txBody>
          <a:bodyPr wrap="square" lIns="0" tIns="0" rIns="0" bIns="0" rtlCol="0" anchor="t"/>
          <a:lstStyle/>
          <a:p>
            <a:pPr algn="r" indent="0" marL="0">
              <a:buNone/>
            </a:pPr>
            <a:r>
              <a:rPr lang="en-US" sz="1200" b="1" dirty="0">
                <a:solidFill>
                  <a:srgbClr val="6B4C35"/>
                </a:solidFill>
                <a:latin typeface="Arabic Typesetting" pitchFamily="34" charset="0"/>
                <a:ea typeface="Arabic Typesetting" pitchFamily="34" charset="-122"/>
                <a:cs typeface="Arabic Typesetting" pitchFamily="34" charset="-120"/>
              </a:rPr>
              <a:t>‏۳ </a:t>
            </a:r>
            <a:pPr algn="r" indent="0" marL="0">
              <a:buNone/>
            </a:pPr>
            <a:r>
              <a:rPr lang="en-US" sz="1400" dirty="0">
                <a:solidFill>
                  <a:srgbClr val="2C1F13"/>
                </a:solidFill>
                <a:latin typeface="Arabic Typesetting" pitchFamily="34" charset="0"/>
                <a:ea typeface="Arabic Typesetting" pitchFamily="34" charset="-122"/>
                <a:cs typeface="Arabic Typesetting" pitchFamily="34" charset="-120"/>
              </a:rPr>
              <a:t>او بسان درختیست نشانده بر کنارۀ جویبار، که میوۀ خویش در موسمش آرد به بار، و برگش نیز پژمرده نشود، و در هر آنچه کند کام یابد.</a:t>
            </a:r>
            <a:endParaRPr lang="en-US" sz="1200" dirty="0"/>
          </a:p>
        </p:txBody>
      </p:sp>
      <p:sp>
        <p:nvSpPr>
          <p:cNvPr id="26" name="Shape 24"/>
          <p:cNvSpPr/>
          <p:nvPr/>
        </p:nvSpPr>
        <p:spPr>
          <a:xfrm>
            <a:off x="6096000" y="2859786"/>
            <a:ext cx="2865120" cy="2146554"/>
          </a:xfrm>
          <a:prstGeom prst="rect">
            <a:avLst/>
          </a:prstGeom>
          <a:solidFill>
            <a:srgbClr val="F5F0E8"/>
          </a:solidFill>
          <a:ln w="9525">
            <a:solidFill>
              <a:srgbClr val="C8B99A"/>
            </a:solidFill>
            <a:prstDash val="solid"/>
          </a:ln>
          <a:effectLst>
            <a:outerShdw sx="100000" sy="100000" kx="0" ky="0" algn="bl" rotWithShape="0" blurRad="38100" dist="12700" dir="8100000">
              <a:srgbClr val="000000">
                <a:alpha val="10000"/>
              </a:srgbClr>
            </a:outerShdw>
          </a:effectLst>
        </p:spPr>
      </p:sp>
      <p:sp>
        <p:nvSpPr>
          <p:cNvPr id="27" name="Text 25"/>
          <p:cNvSpPr/>
          <p:nvPr/>
        </p:nvSpPr>
        <p:spPr>
          <a:xfrm>
            <a:off x="6187440" y="2914650"/>
            <a:ext cx="2682240" cy="201168"/>
          </a:xfrm>
          <a:prstGeom prst="rect">
            <a:avLst/>
          </a:prstGeom>
          <a:noFill/>
          <a:ln/>
        </p:spPr>
        <p:txBody>
          <a:bodyPr wrap="square" lIns="0" tIns="0" rIns="0" bIns="0" rtlCol="0" anchor="ctr"/>
          <a:lstStyle/>
          <a:p>
            <a:pPr algn="l" indent="0" marL="0">
              <a:buNone/>
            </a:pPr>
            <a:r>
              <a:rPr lang="en-US" sz="800" b="1" i="1" dirty="0">
                <a:solidFill>
                  <a:srgbClr val="6B4C35"/>
                </a:solidFill>
                <a:latin typeface="Georgia" pitchFamily="34" charset="0"/>
                <a:ea typeface="Georgia" pitchFamily="34" charset="-122"/>
                <a:cs typeface="Georgia" pitchFamily="34" charset="-120"/>
              </a:rPr>
              <a:t>Türkçe (TCL02)</a:t>
            </a:r>
            <a:endParaRPr lang="en-US" sz="800" dirty="0"/>
          </a:p>
        </p:txBody>
      </p:sp>
      <p:sp>
        <p:nvSpPr>
          <p:cNvPr id="28" name="Shape 26"/>
          <p:cNvSpPr/>
          <p:nvPr/>
        </p:nvSpPr>
        <p:spPr>
          <a:xfrm>
            <a:off x="6187440" y="3115818"/>
            <a:ext cx="2682240" cy="0"/>
          </a:xfrm>
          <a:prstGeom prst="line">
            <a:avLst/>
          </a:prstGeom>
          <a:noFill/>
          <a:ln w="6350">
            <a:solidFill>
              <a:srgbClr val="C8B99A"/>
            </a:solidFill>
            <a:prstDash val="solid"/>
          </a:ln>
        </p:spPr>
      </p:sp>
      <p:sp>
        <p:nvSpPr>
          <p:cNvPr id="29" name="Text 27"/>
          <p:cNvSpPr/>
          <p:nvPr/>
        </p:nvSpPr>
        <p:spPr>
          <a:xfrm>
            <a:off x="6187440" y="3179826"/>
            <a:ext cx="2682240" cy="1771650"/>
          </a:xfrm>
          <a:prstGeom prst="rect">
            <a:avLst/>
          </a:prstGeom>
          <a:noFill/>
          <a:ln/>
        </p:spPr>
        <p:txBody>
          <a:bodyPr wrap="square" lIns="0" tIns="0" rIns="0" bIns="0" rtlCol="0" anchor="t"/>
          <a:lstStyle/>
          <a:p>
            <a:pPr algn="l" indent="0" marL="0">
              <a:buNone/>
            </a:pPr>
            <a:r>
              <a:rPr lang="en-US" sz="800" b="1" dirty="0">
                <a:solidFill>
                  <a:srgbClr val="6B4C35"/>
                </a:solidFill>
                <a:latin typeface="Georgia" pitchFamily="34" charset="0"/>
                <a:ea typeface="Georgia" pitchFamily="34" charset="-122"/>
                <a:cs typeface="Georgia" pitchFamily="34" charset="-120"/>
              </a:rPr>
              <a:t>3 </a:t>
            </a:r>
            <a:pPr algn="l" indent="0" marL="0">
              <a:buNone/>
            </a:pPr>
            <a:r>
              <a:rPr lang="en-US" sz="1000" dirty="0">
                <a:solidFill>
                  <a:srgbClr val="2C1F13"/>
                </a:solidFill>
                <a:latin typeface="Georgia" pitchFamily="34" charset="0"/>
                <a:ea typeface="Georgia" pitchFamily="34" charset="-122"/>
                <a:cs typeface="Georgia" pitchFamily="34" charset="-120"/>
              </a:rPr>
              <a:t>Böylesi akarsu kıyılarına dikilmiş ağaca benzer, Meyvesini mevsiminde verir, Yaprağı hiç solmaz.</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E8DC"/>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D9CEB8"/>
          </a:solidFill>
          <a:ln w="12700">
            <a:solidFill>
              <a:srgbClr val="D9CEB8"/>
            </a:solidFill>
            <a:prstDash val="solid"/>
          </a:ln>
        </p:spPr>
      </p:sp>
      <p:sp>
        <p:nvSpPr>
          <p:cNvPr id="3" name="Shape 1"/>
          <p:cNvSpPr/>
          <p:nvPr/>
        </p:nvSpPr>
        <p:spPr>
          <a:xfrm>
            <a:off x="182880" y="493776"/>
            <a:ext cx="8778240" cy="0"/>
          </a:xfrm>
          <a:prstGeom prst="line">
            <a:avLst/>
          </a:prstGeom>
          <a:noFill/>
          <a:ln w="9525">
            <a:solidFill>
              <a:srgbClr val="C8B99A"/>
            </a:solidFill>
            <a:prstDash val="solid"/>
          </a:ln>
        </p:spPr>
      </p:sp>
      <p:sp>
        <p:nvSpPr>
          <p:cNvPr id="4" name="Text 2"/>
          <p:cNvSpPr/>
          <p:nvPr/>
        </p:nvSpPr>
        <p:spPr>
          <a:xfrm>
            <a:off x="182880" y="0"/>
            <a:ext cx="4572000" cy="502920"/>
          </a:xfrm>
          <a:prstGeom prst="rect">
            <a:avLst/>
          </a:prstGeom>
          <a:noFill/>
          <a:ln/>
        </p:spPr>
        <p:txBody>
          <a:bodyPr wrap="square" lIns="0" tIns="0" rIns="0" bIns="0" rtlCol="0" anchor="ctr"/>
          <a:lstStyle/>
          <a:p>
            <a:pPr algn="l" indent="0" marL="0">
              <a:buNone/>
            </a:pPr>
            <a:r>
              <a:rPr lang="en-US" sz="1900" b="1" dirty="0">
                <a:solidFill>
                  <a:srgbClr val="3D2B1F"/>
                </a:solidFill>
                <a:latin typeface="Georgia" pitchFamily="34" charset="0"/>
                <a:ea typeface="Georgia" pitchFamily="34" charset="-122"/>
                <a:cs typeface="Georgia" pitchFamily="34" charset="-120"/>
              </a:rPr>
              <a:t>Psalm 1:4–6</a:t>
            </a:r>
            <a:endParaRPr lang="en-US" sz="1900" dirty="0"/>
          </a:p>
        </p:txBody>
      </p:sp>
      <p:sp>
        <p:nvSpPr>
          <p:cNvPr id="5" name="Text 3"/>
          <p:cNvSpPr/>
          <p:nvPr/>
        </p:nvSpPr>
        <p:spPr>
          <a:xfrm>
            <a:off x="5029200" y="0"/>
            <a:ext cx="3931920" cy="502920"/>
          </a:xfrm>
          <a:prstGeom prst="rect">
            <a:avLst/>
          </a:prstGeom>
          <a:noFill/>
          <a:ln/>
        </p:spPr>
        <p:txBody>
          <a:bodyPr wrap="square" lIns="0" tIns="0" rIns="0" bIns="0" rtlCol="0" anchor="ctr"/>
          <a:lstStyle/>
          <a:p>
            <a:pPr algn="r" indent="0" marL="0">
              <a:buNone/>
            </a:pPr>
            <a:r>
              <a:rPr lang="en-US" sz="1050" i="1" dirty="0">
                <a:solidFill>
                  <a:srgbClr val="6B4C35"/>
                </a:solidFill>
                <a:latin typeface="Georgia" pitchFamily="34" charset="0"/>
                <a:ea typeface="Georgia" pitchFamily="34" charset="-122"/>
                <a:cs typeface="Georgia" pitchFamily="34" charset="-120"/>
              </a:rPr>
              <a:t>Psalm 1:1–6</a:t>
            </a:r>
            <a:endParaRPr lang="en-US" sz="1050" dirty="0"/>
          </a:p>
        </p:txBody>
      </p:sp>
      <p:sp>
        <p:nvSpPr>
          <p:cNvPr id="6" name="Shape 4"/>
          <p:cNvSpPr/>
          <p:nvPr/>
        </p:nvSpPr>
        <p:spPr>
          <a:xfrm>
            <a:off x="182880" y="640080"/>
            <a:ext cx="2865120" cy="2146554"/>
          </a:xfrm>
          <a:prstGeom prst="rect">
            <a:avLst/>
          </a:prstGeom>
          <a:solidFill>
            <a:srgbClr val="F5F0E8"/>
          </a:solidFill>
          <a:ln w="9525">
            <a:solidFill>
              <a:srgbClr val="C8B99A"/>
            </a:solidFill>
            <a:prstDash val="solid"/>
          </a:ln>
          <a:effectLst>
            <a:outerShdw sx="100000" sy="100000" kx="0" ky="0" algn="bl" rotWithShape="0" blurRad="38100" dist="12700" dir="8100000">
              <a:srgbClr val="000000">
                <a:alpha val="10000"/>
              </a:srgbClr>
            </a:outerShdw>
          </a:effectLst>
        </p:spPr>
      </p:sp>
      <p:sp>
        <p:nvSpPr>
          <p:cNvPr id="7" name="Text 5"/>
          <p:cNvSpPr/>
          <p:nvPr/>
        </p:nvSpPr>
        <p:spPr>
          <a:xfrm>
            <a:off x="274320" y="694944"/>
            <a:ext cx="2682240" cy="201168"/>
          </a:xfrm>
          <a:prstGeom prst="rect">
            <a:avLst/>
          </a:prstGeom>
          <a:noFill/>
          <a:ln/>
        </p:spPr>
        <p:txBody>
          <a:bodyPr wrap="square" lIns="0" tIns="0" rIns="0" bIns="0" rtlCol="0" anchor="ctr"/>
          <a:lstStyle/>
          <a:p>
            <a:pPr algn="l" indent="0" marL="0">
              <a:buNone/>
            </a:pPr>
            <a:r>
              <a:rPr lang="en-US" sz="800" b="1" i="1" dirty="0">
                <a:solidFill>
                  <a:srgbClr val="6B4C35"/>
                </a:solidFill>
                <a:latin typeface="Georgia" pitchFamily="34" charset="0"/>
                <a:ea typeface="Georgia" pitchFamily="34" charset="-122"/>
                <a:cs typeface="Georgia" pitchFamily="34" charset="-120"/>
              </a:rPr>
              <a:t>Nederlands (NBV)</a:t>
            </a:r>
            <a:endParaRPr lang="en-US" sz="800" dirty="0"/>
          </a:p>
        </p:txBody>
      </p:sp>
      <p:sp>
        <p:nvSpPr>
          <p:cNvPr id="8" name="Shape 6"/>
          <p:cNvSpPr/>
          <p:nvPr/>
        </p:nvSpPr>
        <p:spPr>
          <a:xfrm>
            <a:off x="274320" y="896112"/>
            <a:ext cx="2682240" cy="0"/>
          </a:xfrm>
          <a:prstGeom prst="line">
            <a:avLst/>
          </a:prstGeom>
          <a:noFill/>
          <a:ln w="6350">
            <a:solidFill>
              <a:srgbClr val="C8B99A"/>
            </a:solidFill>
            <a:prstDash val="solid"/>
          </a:ln>
        </p:spPr>
      </p:sp>
      <p:sp>
        <p:nvSpPr>
          <p:cNvPr id="9" name="Text 7"/>
          <p:cNvSpPr/>
          <p:nvPr/>
        </p:nvSpPr>
        <p:spPr>
          <a:xfrm>
            <a:off x="274320" y="960120"/>
            <a:ext cx="2682240" cy="1771650"/>
          </a:xfrm>
          <a:prstGeom prst="rect">
            <a:avLst/>
          </a:prstGeom>
          <a:noFill/>
          <a:ln/>
        </p:spPr>
        <p:txBody>
          <a:bodyPr wrap="square" lIns="0" tIns="0" rIns="0" bIns="0" rtlCol="0" anchor="t"/>
          <a:lstStyle/>
          <a:p>
            <a:pPr algn="l" indent="0" marL="0">
              <a:buNone/>
            </a:pPr>
            <a:r>
              <a:rPr lang="en-US" sz="800" b="1" dirty="0">
                <a:solidFill>
                  <a:srgbClr val="6B4C35"/>
                </a:solidFill>
                <a:latin typeface="Georgia" pitchFamily="34" charset="0"/>
                <a:ea typeface="Georgia" pitchFamily="34" charset="-122"/>
                <a:cs typeface="Georgia" pitchFamily="34" charset="-120"/>
              </a:rPr>
              <a:t>4 </a:t>
            </a:r>
            <a:pPr algn="l" indent="0" marL="0">
              <a:buNone/>
            </a:pPr>
            <a:r>
              <a:rPr lang="en-US" sz="1000" dirty="0">
                <a:solidFill>
                  <a:srgbClr val="2C1F13"/>
                </a:solidFill>
                <a:latin typeface="Georgia" pitchFamily="34" charset="0"/>
                <a:ea typeface="Georgia" pitchFamily="34" charset="-122"/>
                <a:cs typeface="Georgia" pitchFamily="34" charset="-120"/>
              </a:rPr>
              <a:t>Zo niet de wettelozen! Zij zijn als kaf dat verwaait in de wind. </a:t>
            </a:r>
            <a:pPr algn="l" indent="0" marL="0">
              <a:buNone/>
            </a:pPr>
            <a:r>
              <a:rPr lang="en-US" sz="800" b="1" dirty="0">
                <a:solidFill>
                  <a:srgbClr val="6B4C35"/>
                </a:solidFill>
                <a:latin typeface="Georgia" pitchFamily="34" charset="0"/>
                <a:ea typeface="Georgia" pitchFamily="34" charset="-122"/>
                <a:cs typeface="Georgia" pitchFamily="34" charset="-120"/>
              </a:rPr>
              <a:t>5 </a:t>
            </a:r>
            <a:pPr algn="l" indent="0" marL="0">
              <a:buNone/>
            </a:pPr>
            <a:r>
              <a:rPr lang="en-US" sz="1000" dirty="0">
                <a:solidFill>
                  <a:srgbClr val="2C1F13"/>
                </a:solidFill>
                <a:latin typeface="Georgia" pitchFamily="34" charset="0"/>
                <a:ea typeface="Georgia" pitchFamily="34" charset="-122"/>
                <a:cs typeface="Georgia" pitchFamily="34" charset="-120"/>
              </a:rPr>
              <a:t>Wettelozen houden niet stand waar recht heerst, zondaars niet in de kring van de rechtvaardigen. </a:t>
            </a:r>
            <a:pPr algn="l" indent="0" marL="0">
              <a:buNone/>
            </a:pPr>
            <a:r>
              <a:rPr lang="en-US" sz="800" b="1" dirty="0">
                <a:solidFill>
                  <a:srgbClr val="6B4C35"/>
                </a:solidFill>
                <a:latin typeface="Georgia" pitchFamily="34" charset="0"/>
                <a:ea typeface="Georgia" pitchFamily="34" charset="-122"/>
                <a:cs typeface="Georgia" pitchFamily="34" charset="-120"/>
              </a:rPr>
              <a:t>6 </a:t>
            </a:r>
            <a:pPr algn="l" indent="0" marL="0">
              <a:buNone/>
            </a:pPr>
            <a:r>
              <a:rPr lang="en-US" sz="1000" dirty="0">
                <a:solidFill>
                  <a:srgbClr val="2C1F13"/>
                </a:solidFill>
                <a:latin typeface="Georgia" pitchFamily="34" charset="0"/>
                <a:ea typeface="Georgia" pitchFamily="34" charset="-122"/>
                <a:cs typeface="Georgia" pitchFamily="34" charset="-120"/>
              </a:rPr>
              <a:t>De HEER beschermt de weg van de rechtvaardigen, de weg van de wettelozen loopt dood.</a:t>
            </a:r>
            <a:endParaRPr lang="en-US" sz="800" dirty="0"/>
          </a:p>
        </p:txBody>
      </p:sp>
      <p:sp>
        <p:nvSpPr>
          <p:cNvPr id="10" name="Shape 8"/>
          <p:cNvSpPr/>
          <p:nvPr/>
        </p:nvSpPr>
        <p:spPr>
          <a:xfrm>
            <a:off x="3139440" y="640080"/>
            <a:ext cx="2865120" cy="2146554"/>
          </a:xfrm>
          <a:prstGeom prst="rect">
            <a:avLst/>
          </a:prstGeom>
          <a:solidFill>
            <a:srgbClr val="F5F0E8"/>
          </a:solidFill>
          <a:ln w="9525">
            <a:solidFill>
              <a:srgbClr val="C8B99A"/>
            </a:solidFill>
            <a:prstDash val="solid"/>
          </a:ln>
          <a:effectLst>
            <a:outerShdw sx="100000" sy="100000" kx="0" ky="0" algn="bl" rotWithShape="0" blurRad="38100" dist="12700" dir="8100000">
              <a:srgbClr val="000000">
                <a:alpha val="10000"/>
              </a:srgbClr>
            </a:outerShdw>
          </a:effectLst>
        </p:spPr>
      </p:sp>
      <p:sp>
        <p:nvSpPr>
          <p:cNvPr id="11" name="Text 9"/>
          <p:cNvSpPr/>
          <p:nvPr/>
        </p:nvSpPr>
        <p:spPr>
          <a:xfrm>
            <a:off x="3230880" y="694944"/>
            <a:ext cx="2682240" cy="201168"/>
          </a:xfrm>
          <a:prstGeom prst="rect">
            <a:avLst/>
          </a:prstGeom>
          <a:noFill/>
          <a:ln/>
        </p:spPr>
        <p:txBody>
          <a:bodyPr wrap="square" lIns="0" tIns="0" rIns="0" bIns="0" rtlCol="0" anchor="ctr"/>
          <a:lstStyle/>
          <a:p>
            <a:pPr algn="l" indent="0" marL="0">
              <a:buNone/>
            </a:pPr>
            <a:r>
              <a:rPr lang="en-US" sz="800" b="1" i="1" dirty="0">
                <a:solidFill>
                  <a:srgbClr val="6B4C35"/>
                </a:solidFill>
                <a:latin typeface="Georgia" pitchFamily="34" charset="0"/>
                <a:ea typeface="Georgia" pitchFamily="34" charset="-122"/>
                <a:cs typeface="Georgia" pitchFamily="34" charset="-120"/>
              </a:rPr>
              <a:t>English (NIV)</a:t>
            </a:r>
            <a:endParaRPr lang="en-US" sz="800" dirty="0"/>
          </a:p>
        </p:txBody>
      </p:sp>
      <p:sp>
        <p:nvSpPr>
          <p:cNvPr id="12" name="Shape 10"/>
          <p:cNvSpPr/>
          <p:nvPr/>
        </p:nvSpPr>
        <p:spPr>
          <a:xfrm>
            <a:off x="3230880" y="896112"/>
            <a:ext cx="2682240" cy="0"/>
          </a:xfrm>
          <a:prstGeom prst="line">
            <a:avLst/>
          </a:prstGeom>
          <a:noFill/>
          <a:ln w="6350">
            <a:solidFill>
              <a:srgbClr val="C8B99A"/>
            </a:solidFill>
            <a:prstDash val="solid"/>
          </a:ln>
        </p:spPr>
      </p:sp>
      <p:sp>
        <p:nvSpPr>
          <p:cNvPr id="13" name="Text 11"/>
          <p:cNvSpPr/>
          <p:nvPr/>
        </p:nvSpPr>
        <p:spPr>
          <a:xfrm>
            <a:off x="3230880" y="960120"/>
            <a:ext cx="2682240" cy="1771650"/>
          </a:xfrm>
          <a:prstGeom prst="rect">
            <a:avLst/>
          </a:prstGeom>
          <a:noFill/>
          <a:ln/>
        </p:spPr>
        <p:txBody>
          <a:bodyPr wrap="square" lIns="0" tIns="0" rIns="0" bIns="0" rtlCol="0" anchor="t"/>
          <a:lstStyle/>
          <a:p>
            <a:pPr algn="l" indent="0" marL="0">
              <a:buNone/>
            </a:pPr>
            <a:r>
              <a:rPr lang="en-US" sz="800" b="1" dirty="0">
                <a:solidFill>
                  <a:srgbClr val="6B4C35"/>
                </a:solidFill>
                <a:latin typeface="Georgia" pitchFamily="34" charset="0"/>
                <a:ea typeface="Georgia" pitchFamily="34" charset="-122"/>
                <a:cs typeface="Georgia" pitchFamily="34" charset="-120"/>
              </a:rPr>
              <a:t>4 </a:t>
            </a:r>
            <a:pPr algn="l" indent="0" marL="0">
              <a:buNone/>
            </a:pPr>
            <a:r>
              <a:rPr lang="en-US" sz="1000" dirty="0">
                <a:solidFill>
                  <a:srgbClr val="2C1F13"/>
                </a:solidFill>
                <a:latin typeface="Georgia" pitchFamily="34" charset="0"/>
                <a:ea typeface="Georgia" pitchFamily="34" charset="-122"/>
                <a:cs typeface="Georgia" pitchFamily="34" charset="-120"/>
              </a:rPr>
              <a:t>Not so the wicked! They are like chaff that the wind blows away. </a:t>
            </a:r>
            <a:pPr algn="l" indent="0" marL="0">
              <a:buNone/>
            </a:pPr>
            <a:r>
              <a:rPr lang="en-US" sz="800" b="1" dirty="0">
                <a:solidFill>
                  <a:srgbClr val="6B4C35"/>
                </a:solidFill>
                <a:latin typeface="Georgia" pitchFamily="34" charset="0"/>
                <a:ea typeface="Georgia" pitchFamily="34" charset="-122"/>
                <a:cs typeface="Georgia" pitchFamily="34" charset="-120"/>
              </a:rPr>
              <a:t>5 </a:t>
            </a:r>
            <a:pPr algn="l" indent="0" marL="0">
              <a:buNone/>
            </a:pPr>
            <a:r>
              <a:rPr lang="en-US" sz="1000" dirty="0">
                <a:solidFill>
                  <a:srgbClr val="2C1F13"/>
                </a:solidFill>
                <a:latin typeface="Georgia" pitchFamily="34" charset="0"/>
                <a:ea typeface="Georgia" pitchFamily="34" charset="-122"/>
                <a:cs typeface="Georgia" pitchFamily="34" charset="-120"/>
              </a:rPr>
              <a:t>Therefore the wicked will not stand in the judgment, nor sinners in the assembly of the righteous. </a:t>
            </a:r>
            <a:pPr algn="l" indent="0" marL="0">
              <a:buNone/>
            </a:pPr>
            <a:r>
              <a:rPr lang="en-US" sz="800" b="1" dirty="0">
                <a:solidFill>
                  <a:srgbClr val="6B4C35"/>
                </a:solidFill>
                <a:latin typeface="Georgia" pitchFamily="34" charset="0"/>
                <a:ea typeface="Georgia" pitchFamily="34" charset="-122"/>
                <a:cs typeface="Georgia" pitchFamily="34" charset="-120"/>
              </a:rPr>
              <a:t>6 </a:t>
            </a:r>
            <a:pPr algn="l" indent="0" marL="0">
              <a:buNone/>
            </a:pPr>
            <a:r>
              <a:rPr lang="en-US" sz="1000" dirty="0">
                <a:solidFill>
                  <a:srgbClr val="2C1F13"/>
                </a:solidFill>
                <a:latin typeface="Georgia" pitchFamily="34" charset="0"/>
                <a:ea typeface="Georgia" pitchFamily="34" charset="-122"/>
                <a:cs typeface="Georgia" pitchFamily="34" charset="-120"/>
              </a:rPr>
              <a:t>For the LORD watches over the way of the righteous, but the way of the wicked leads to destruction.</a:t>
            </a:r>
            <a:endParaRPr lang="en-US" sz="800" dirty="0"/>
          </a:p>
        </p:txBody>
      </p:sp>
      <p:sp>
        <p:nvSpPr>
          <p:cNvPr id="14" name="Shape 12"/>
          <p:cNvSpPr/>
          <p:nvPr/>
        </p:nvSpPr>
        <p:spPr>
          <a:xfrm>
            <a:off x="6096000" y="640080"/>
            <a:ext cx="2865120" cy="2146554"/>
          </a:xfrm>
          <a:prstGeom prst="rect">
            <a:avLst/>
          </a:prstGeom>
          <a:solidFill>
            <a:srgbClr val="F5F0E8"/>
          </a:solidFill>
          <a:ln w="9525">
            <a:solidFill>
              <a:srgbClr val="C8B99A"/>
            </a:solidFill>
            <a:prstDash val="solid"/>
          </a:ln>
          <a:effectLst>
            <a:outerShdw sx="100000" sy="100000" kx="0" ky="0" algn="bl" rotWithShape="0" blurRad="38100" dist="12700" dir="8100000">
              <a:srgbClr val="000000">
                <a:alpha val="10000"/>
              </a:srgbClr>
            </a:outerShdw>
          </a:effectLst>
        </p:spPr>
      </p:sp>
      <p:sp>
        <p:nvSpPr>
          <p:cNvPr id="15" name="Text 13"/>
          <p:cNvSpPr/>
          <p:nvPr/>
        </p:nvSpPr>
        <p:spPr>
          <a:xfrm>
            <a:off x="6187440" y="694944"/>
            <a:ext cx="2682240" cy="201168"/>
          </a:xfrm>
          <a:prstGeom prst="rect">
            <a:avLst/>
          </a:prstGeom>
          <a:noFill/>
          <a:ln/>
        </p:spPr>
        <p:txBody>
          <a:bodyPr wrap="square" lIns="0" tIns="0" rIns="0" bIns="0" rtlCol="0" anchor="ctr"/>
          <a:lstStyle/>
          <a:p>
            <a:pPr algn="l" indent="0" marL="0">
              <a:buNone/>
            </a:pPr>
            <a:r>
              <a:rPr lang="en-US" sz="800" b="1" i="1" dirty="0">
                <a:solidFill>
                  <a:srgbClr val="6B4C35"/>
                </a:solidFill>
                <a:latin typeface="Georgia" pitchFamily="34" charset="0"/>
                <a:ea typeface="Georgia" pitchFamily="34" charset="-122"/>
                <a:cs typeface="Georgia" pitchFamily="34" charset="-120"/>
              </a:rPr>
              <a:t>Français (BDS)</a:t>
            </a:r>
            <a:endParaRPr lang="en-US" sz="800" dirty="0"/>
          </a:p>
        </p:txBody>
      </p:sp>
      <p:sp>
        <p:nvSpPr>
          <p:cNvPr id="16" name="Shape 14"/>
          <p:cNvSpPr/>
          <p:nvPr/>
        </p:nvSpPr>
        <p:spPr>
          <a:xfrm>
            <a:off x="6187440" y="896112"/>
            <a:ext cx="2682240" cy="0"/>
          </a:xfrm>
          <a:prstGeom prst="line">
            <a:avLst/>
          </a:prstGeom>
          <a:noFill/>
          <a:ln w="6350">
            <a:solidFill>
              <a:srgbClr val="C8B99A"/>
            </a:solidFill>
            <a:prstDash val="solid"/>
          </a:ln>
        </p:spPr>
      </p:sp>
      <p:sp>
        <p:nvSpPr>
          <p:cNvPr id="17" name="Text 15"/>
          <p:cNvSpPr/>
          <p:nvPr/>
        </p:nvSpPr>
        <p:spPr>
          <a:xfrm>
            <a:off x="6187440" y="960120"/>
            <a:ext cx="2682240" cy="1771650"/>
          </a:xfrm>
          <a:prstGeom prst="rect">
            <a:avLst/>
          </a:prstGeom>
          <a:noFill/>
          <a:ln/>
        </p:spPr>
        <p:txBody>
          <a:bodyPr wrap="square" lIns="0" tIns="0" rIns="0" bIns="0" rtlCol="0" anchor="t"/>
          <a:lstStyle/>
          <a:p>
            <a:pPr algn="l" indent="0" marL="0">
              <a:buNone/>
            </a:pPr>
            <a:r>
              <a:rPr lang="en-US" sz="800" b="1" dirty="0">
                <a:solidFill>
                  <a:srgbClr val="6B4C35"/>
                </a:solidFill>
                <a:latin typeface="Georgia" pitchFamily="34" charset="0"/>
                <a:ea typeface="Georgia" pitchFamily="34" charset="-122"/>
                <a:cs typeface="Georgia" pitchFamily="34" charset="-120"/>
              </a:rPr>
              <a:t>4 </a:t>
            </a:r>
            <a:pPr algn="l" indent="0" marL="0">
              <a:buNone/>
            </a:pPr>
            <a:r>
              <a:rPr lang="en-US" sz="1000" dirty="0">
                <a:solidFill>
                  <a:srgbClr val="2C1F13"/>
                </a:solidFill>
                <a:latin typeface="Georgia" pitchFamily="34" charset="0"/>
                <a:ea typeface="Georgia" pitchFamily="34" charset="-122"/>
                <a:cs typeface="Georgia" pitchFamily="34" charset="-120"/>
              </a:rPr>
              <a:t>Tel n'est pas le cas des méchants : ils sont pareils à la paille éparpillée par le vent. </a:t>
            </a:r>
            <a:pPr algn="l" indent="0" marL="0">
              <a:buNone/>
            </a:pPr>
            <a:r>
              <a:rPr lang="en-US" sz="800" b="1" dirty="0">
                <a:solidFill>
                  <a:srgbClr val="6B4C35"/>
                </a:solidFill>
                <a:latin typeface="Georgia" pitchFamily="34" charset="0"/>
                <a:ea typeface="Georgia" pitchFamily="34" charset="-122"/>
                <a:cs typeface="Georgia" pitchFamily="34" charset="-120"/>
              </a:rPr>
              <a:t>5 </a:t>
            </a:r>
            <a:pPr algn="l" indent="0" marL="0">
              <a:buNone/>
            </a:pPr>
            <a:r>
              <a:rPr lang="en-US" sz="1000" dirty="0">
                <a:solidFill>
                  <a:srgbClr val="2C1F13"/>
                </a:solidFill>
                <a:latin typeface="Georgia" pitchFamily="34" charset="0"/>
                <a:ea typeface="Georgia" pitchFamily="34" charset="-122"/>
                <a:cs typeface="Georgia" pitchFamily="34" charset="-120"/>
              </a:rPr>
              <a:t>Aussi, lors du jugement, ils ne subsisteront pas, et nul pécheur ne se maintiendra parmi la communauté des justes. </a:t>
            </a:r>
            <a:pPr algn="l" indent="0" marL="0">
              <a:buNone/>
            </a:pPr>
            <a:r>
              <a:rPr lang="en-US" sz="800" b="1" dirty="0">
                <a:solidFill>
                  <a:srgbClr val="6B4C35"/>
                </a:solidFill>
                <a:latin typeface="Georgia" pitchFamily="34" charset="0"/>
                <a:ea typeface="Georgia" pitchFamily="34" charset="-122"/>
                <a:cs typeface="Georgia" pitchFamily="34" charset="-120"/>
              </a:rPr>
              <a:t>6 </a:t>
            </a:r>
            <a:pPr algn="l" indent="0" marL="0">
              <a:buNone/>
            </a:pPr>
            <a:r>
              <a:rPr lang="en-US" sz="1000" dirty="0">
                <a:solidFill>
                  <a:srgbClr val="2C1F13"/>
                </a:solidFill>
                <a:latin typeface="Georgia" pitchFamily="34" charset="0"/>
                <a:ea typeface="Georgia" pitchFamily="34" charset="-122"/>
                <a:cs typeface="Georgia" pitchFamily="34" charset="-120"/>
              </a:rPr>
              <a:t>Oui car l'Eternel prend en compte la voie suivie par les justes ; mais le sentier des méchants les mène à la ruine.</a:t>
            </a:r>
            <a:endParaRPr lang="en-US" sz="800" dirty="0"/>
          </a:p>
        </p:txBody>
      </p:sp>
      <p:sp>
        <p:nvSpPr>
          <p:cNvPr id="18" name="Shape 16"/>
          <p:cNvSpPr/>
          <p:nvPr/>
        </p:nvSpPr>
        <p:spPr>
          <a:xfrm>
            <a:off x="182880" y="2859786"/>
            <a:ext cx="2865120" cy="2146554"/>
          </a:xfrm>
          <a:prstGeom prst="rect">
            <a:avLst/>
          </a:prstGeom>
          <a:solidFill>
            <a:srgbClr val="F5F0E8"/>
          </a:solidFill>
          <a:ln w="9525">
            <a:solidFill>
              <a:srgbClr val="C8B99A"/>
            </a:solidFill>
            <a:prstDash val="solid"/>
          </a:ln>
          <a:effectLst>
            <a:outerShdw sx="100000" sy="100000" kx="0" ky="0" algn="bl" rotWithShape="0" blurRad="38100" dist="12700" dir="8100000">
              <a:srgbClr val="000000">
                <a:alpha val="10000"/>
              </a:srgbClr>
            </a:outerShdw>
          </a:effectLst>
        </p:spPr>
      </p:sp>
      <p:sp>
        <p:nvSpPr>
          <p:cNvPr id="19" name="Text 17"/>
          <p:cNvSpPr/>
          <p:nvPr/>
        </p:nvSpPr>
        <p:spPr>
          <a:xfrm>
            <a:off x="274320" y="2914650"/>
            <a:ext cx="2682240" cy="201168"/>
          </a:xfrm>
          <a:prstGeom prst="rect">
            <a:avLst/>
          </a:prstGeom>
          <a:noFill/>
          <a:ln/>
        </p:spPr>
        <p:txBody>
          <a:bodyPr wrap="square" lIns="0" tIns="0" rIns="0" bIns="0" rtlCol="0" anchor="ctr"/>
          <a:lstStyle/>
          <a:p>
            <a:pPr algn="r" indent="0" marL="0">
              <a:buNone/>
            </a:pPr>
            <a:r>
              <a:rPr lang="en-US" sz="800" b="1" i="1" dirty="0">
                <a:solidFill>
                  <a:srgbClr val="6B4C35"/>
                </a:solidFill>
                <a:latin typeface="Georgia" pitchFamily="34" charset="0"/>
                <a:ea typeface="Georgia" pitchFamily="34" charset="-122"/>
                <a:cs typeface="Georgia" pitchFamily="34" charset="-120"/>
              </a:rPr>
              <a:t>عربي (GNA2025)</a:t>
            </a:r>
            <a:endParaRPr lang="en-US" sz="800" dirty="0"/>
          </a:p>
        </p:txBody>
      </p:sp>
      <p:sp>
        <p:nvSpPr>
          <p:cNvPr id="20" name="Shape 18"/>
          <p:cNvSpPr/>
          <p:nvPr/>
        </p:nvSpPr>
        <p:spPr>
          <a:xfrm>
            <a:off x="274320" y="3115818"/>
            <a:ext cx="2682240" cy="0"/>
          </a:xfrm>
          <a:prstGeom prst="line">
            <a:avLst/>
          </a:prstGeom>
          <a:noFill/>
          <a:ln w="6350">
            <a:solidFill>
              <a:srgbClr val="C8B99A"/>
            </a:solidFill>
            <a:prstDash val="solid"/>
          </a:ln>
        </p:spPr>
      </p:sp>
      <p:sp>
        <p:nvSpPr>
          <p:cNvPr id="21" name="Text 19"/>
          <p:cNvSpPr/>
          <p:nvPr/>
        </p:nvSpPr>
        <p:spPr>
          <a:xfrm>
            <a:off x="274320" y="3179826"/>
            <a:ext cx="2682240" cy="1771650"/>
          </a:xfrm>
          <a:prstGeom prst="rect">
            <a:avLst/>
          </a:prstGeom>
          <a:noFill/>
          <a:ln/>
        </p:spPr>
        <p:txBody>
          <a:bodyPr wrap="square" lIns="0" tIns="0" rIns="0" bIns="0" rtlCol="0" anchor="t"/>
          <a:lstStyle/>
          <a:p>
            <a:pPr algn="r" indent="0" marL="0">
              <a:buNone/>
            </a:pPr>
            <a:r>
              <a:rPr lang="en-US" sz="1200" b="1" dirty="0">
                <a:solidFill>
                  <a:srgbClr val="6B4C35"/>
                </a:solidFill>
                <a:latin typeface="Traditional Arabic" pitchFamily="34" charset="0"/>
                <a:ea typeface="Traditional Arabic" pitchFamily="34" charset="-122"/>
                <a:cs typeface="Traditional Arabic" pitchFamily="34" charset="-120"/>
              </a:rPr>
              <a:t>‏٤ </a:t>
            </a:r>
            <a:pPr algn="r" indent="0" marL="0">
              <a:buNone/>
            </a:pPr>
            <a:r>
              <a:rPr lang="en-US" sz="1400" dirty="0">
                <a:solidFill>
                  <a:srgbClr val="2C1F13"/>
                </a:solidFill>
                <a:latin typeface="Traditional Arabic" pitchFamily="34" charset="0"/>
                <a:ea typeface="Traditional Arabic" pitchFamily="34" charset="-122"/>
                <a:cs typeface="Traditional Arabic" pitchFamily="34" charset="-120"/>
              </a:rPr>
              <a:t>وما هكذا الأشرارُ، لكنَّهم كالرِّيشةِ في مَهبِّ الرِّيحِ.‏ </a:t>
            </a:r>
            <a:pPr algn="r" indent="0" marL="0">
              <a:buNone/>
            </a:pPr>
            <a:r>
              <a:rPr lang="en-US" sz="1200" b="1" dirty="0">
                <a:solidFill>
                  <a:srgbClr val="6B4C35"/>
                </a:solidFill>
                <a:latin typeface="Traditional Arabic" pitchFamily="34" charset="0"/>
                <a:ea typeface="Traditional Arabic" pitchFamily="34" charset="-122"/>
                <a:cs typeface="Traditional Arabic" pitchFamily="34" charset="-120"/>
              </a:rPr>
              <a:t>‏٥ </a:t>
            </a:r>
            <a:pPr algn="r" indent="0" marL="0">
              <a:buNone/>
            </a:pPr>
            <a:r>
              <a:rPr lang="en-US" sz="1400" dirty="0">
                <a:solidFill>
                  <a:srgbClr val="2C1F13"/>
                </a:solidFill>
                <a:latin typeface="Traditional Arabic" pitchFamily="34" charset="0"/>
                <a:ea typeface="Traditional Arabic" pitchFamily="34" charset="-122"/>
                <a:cs typeface="Traditional Arabic" pitchFamily="34" charset="-120"/>
              </a:rPr>
              <a:t>لا يثبُتونَ يومَ الدَّينونةِ ولا الخاطِئونَ في جماعةِ الأبرارِ.‏ </a:t>
            </a:r>
            <a:pPr algn="r" indent="0" marL="0">
              <a:buNone/>
            </a:pPr>
            <a:r>
              <a:rPr lang="en-US" sz="1200" b="1" dirty="0">
                <a:solidFill>
                  <a:srgbClr val="6B4C35"/>
                </a:solidFill>
                <a:latin typeface="Traditional Arabic" pitchFamily="34" charset="0"/>
                <a:ea typeface="Traditional Arabic" pitchFamily="34" charset="-122"/>
                <a:cs typeface="Traditional Arabic" pitchFamily="34" charset="-120"/>
              </a:rPr>
              <a:t>‏٦ </a:t>
            </a:r>
            <a:pPr algn="r" indent="0" marL="0">
              <a:buNone/>
            </a:pPr>
            <a:r>
              <a:rPr lang="en-US" sz="1400" dirty="0">
                <a:solidFill>
                  <a:srgbClr val="2C1F13"/>
                </a:solidFill>
                <a:latin typeface="Traditional Arabic" pitchFamily="34" charset="0"/>
                <a:ea typeface="Traditional Arabic" pitchFamily="34" charset="-122"/>
                <a:cs typeface="Traditional Arabic" pitchFamily="34" charset="-120"/>
              </a:rPr>
              <a:t>الرّبُّ يَصونُ طريقَ الأبرارِ، أمَّا طريقُ الأَشرارِ فتَبيدُ.</a:t>
            </a:r>
            <a:endParaRPr lang="en-US" sz="1200" dirty="0"/>
          </a:p>
        </p:txBody>
      </p:sp>
      <p:sp>
        <p:nvSpPr>
          <p:cNvPr id="22" name="Shape 20"/>
          <p:cNvSpPr/>
          <p:nvPr/>
        </p:nvSpPr>
        <p:spPr>
          <a:xfrm>
            <a:off x="3139440" y="2859786"/>
            <a:ext cx="2865120" cy="2146554"/>
          </a:xfrm>
          <a:prstGeom prst="rect">
            <a:avLst/>
          </a:prstGeom>
          <a:solidFill>
            <a:srgbClr val="F5F0E8"/>
          </a:solidFill>
          <a:ln w="9525">
            <a:solidFill>
              <a:srgbClr val="C8B99A"/>
            </a:solidFill>
            <a:prstDash val="solid"/>
          </a:ln>
          <a:effectLst>
            <a:outerShdw sx="100000" sy="100000" kx="0" ky="0" algn="bl" rotWithShape="0" blurRad="38100" dist="12700" dir="8100000">
              <a:srgbClr val="000000">
                <a:alpha val="10000"/>
              </a:srgbClr>
            </a:outerShdw>
          </a:effectLst>
        </p:spPr>
      </p:sp>
      <p:sp>
        <p:nvSpPr>
          <p:cNvPr id="23" name="Text 21"/>
          <p:cNvSpPr/>
          <p:nvPr/>
        </p:nvSpPr>
        <p:spPr>
          <a:xfrm>
            <a:off x="3230880" y="2914650"/>
            <a:ext cx="2682240" cy="201168"/>
          </a:xfrm>
          <a:prstGeom prst="rect">
            <a:avLst/>
          </a:prstGeom>
          <a:noFill/>
          <a:ln/>
        </p:spPr>
        <p:txBody>
          <a:bodyPr wrap="square" lIns="0" tIns="0" rIns="0" bIns="0" rtlCol="0" anchor="ctr"/>
          <a:lstStyle/>
          <a:p>
            <a:pPr algn="r" indent="0" marL="0">
              <a:buNone/>
            </a:pPr>
            <a:r>
              <a:rPr lang="en-US" sz="800" b="1" i="1" dirty="0">
                <a:solidFill>
                  <a:srgbClr val="6B4C35"/>
                </a:solidFill>
                <a:latin typeface="Georgia" pitchFamily="34" charset="0"/>
                <a:ea typeface="Georgia" pitchFamily="34" charset="-122"/>
                <a:cs typeface="Georgia" pitchFamily="34" charset="-120"/>
              </a:rPr>
              <a:t>فارسی (NMV)</a:t>
            </a:r>
            <a:endParaRPr lang="en-US" sz="800" dirty="0"/>
          </a:p>
        </p:txBody>
      </p:sp>
      <p:sp>
        <p:nvSpPr>
          <p:cNvPr id="24" name="Shape 22"/>
          <p:cNvSpPr/>
          <p:nvPr/>
        </p:nvSpPr>
        <p:spPr>
          <a:xfrm>
            <a:off x="3230880" y="3115818"/>
            <a:ext cx="2682240" cy="0"/>
          </a:xfrm>
          <a:prstGeom prst="line">
            <a:avLst/>
          </a:prstGeom>
          <a:noFill/>
          <a:ln w="6350">
            <a:solidFill>
              <a:srgbClr val="C8B99A"/>
            </a:solidFill>
            <a:prstDash val="solid"/>
          </a:ln>
        </p:spPr>
      </p:sp>
      <p:sp>
        <p:nvSpPr>
          <p:cNvPr id="25" name="Text 23"/>
          <p:cNvSpPr/>
          <p:nvPr/>
        </p:nvSpPr>
        <p:spPr>
          <a:xfrm>
            <a:off x="3230880" y="3179826"/>
            <a:ext cx="2682240" cy="1771650"/>
          </a:xfrm>
          <a:prstGeom prst="rect">
            <a:avLst/>
          </a:prstGeom>
          <a:noFill/>
          <a:ln/>
        </p:spPr>
        <p:txBody>
          <a:bodyPr wrap="square" lIns="0" tIns="0" rIns="0" bIns="0" rtlCol="0" anchor="t"/>
          <a:lstStyle/>
          <a:p>
            <a:pPr algn="r" indent="0" marL="0">
              <a:buNone/>
            </a:pPr>
            <a:r>
              <a:rPr lang="en-US" sz="1200" b="1" dirty="0">
                <a:solidFill>
                  <a:srgbClr val="6B4C35"/>
                </a:solidFill>
                <a:latin typeface="Arabic Typesetting" pitchFamily="34" charset="0"/>
                <a:ea typeface="Arabic Typesetting" pitchFamily="34" charset="-122"/>
                <a:cs typeface="Arabic Typesetting" pitchFamily="34" charset="-120"/>
              </a:rPr>
              <a:t>‏۴ </a:t>
            </a:r>
            <a:pPr algn="r" indent="0" marL="0">
              <a:buNone/>
            </a:pPr>
            <a:r>
              <a:rPr lang="en-US" sz="1400" dirty="0">
                <a:solidFill>
                  <a:srgbClr val="2C1F13"/>
                </a:solidFill>
                <a:latin typeface="Arabic Typesetting" pitchFamily="34" charset="0"/>
                <a:ea typeface="Arabic Typesetting" pitchFamily="34" charset="-122"/>
                <a:cs typeface="Arabic Typesetting" pitchFamily="34" charset="-120"/>
              </a:rPr>
              <a:t>لیکن چنین نیستند شریران بلکه همچو کاهند که دستِ باد می‌رانَدشان.‏ </a:t>
            </a:r>
            <a:pPr algn="r" indent="0" marL="0">
              <a:buNone/>
            </a:pPr>
            <a:r>
              <a:rPr lang="en-US" sz="1200" b="1" dirty="0">
                <a:solidFill>
                  <a:srgbClr val="6B4C35"/>
                </a:solidFill>
                <a:latin typeface="Arabic Typesetting" pitchFamily="34" charset="0"/>
                <a:ea typeface="Arabic Typesetting" pitchFamily="34" charset="-122"/>
                <a:cs typeface="Arabic Typesetting" pitchFamily="34" charset="-120"/>
              </a:rPr>
              <a:t>‏۵ </a:t>
            </a:r>
            <a:pPr algn="r" indent="0" marL="0">
              <a:buNone/>
            </a:pPr>
            <a:r>
              <a:rPr lang="en-US" sz="1400" dirty="0">
                <a:solidFill>
                  <a:srgbClr val="2C1F13"/>
                </a:solidFill>
                <a:latin typeface="Arabic Typesetting" pitchFamily="34" charset="0"/>
                <a:ea typeface="Arabic Typesetting" pitchFamily="34" charset="-122"/>
                <a:cs typeface="Arabic Typesetting" pitchFamily="34" charset="-120"/>
              </a:rPr>
              <a:t>پس شریران را در داوری تابِ ایستادن نیست و نه گنهکاران را در جمع پارسایان.‏ </a:t>
            </a:r>
            <a:pPr algn="r" indent="0" marL="0">
              <a:buNone/>
            </a:pPr>
            <a:r>
              <a:rPr lang="en-US" sz="1200" b="1" dirty="0">
                <a:solidFill>
                  <a:srgbClr val="6B4C35"/>
                </a:solidFill>
                <a:latin typeface="Arabic Typesetting" pitchFamily="34" charset="0"/>
                <a:ea typeface="Arabic Typesetting" pitchFamily="34" charset="-122"/>
                <a:cs typeface="Arabic Typesetting" pitchFamily="34" charset="-120"/>
              </a:rPr>
              <a:t>‏۶ </a:t>
            </a:r>
            <a:pPr algn="r" indent="0" marL="0">
              <a:buNone/>
            </a:pPr>
            <a:r>
              <a:rPr lang="en-US" sz="1400" dirty="0">
                <a:solidFill>
                  <a:srgbClr val="2C1F13"/>
                </a:solidFill>
                <a:latin typeface="Arabic Typesetting" pitchFamily="34" charset="0"/>
                <a:ea typeface="Arabic Typesetting" pitchFamily="34" charset="-122"/>
                <a:cs typeface="Arabic Typesetting" pitchFamily="34" charset="-120"/>
              </a:rPr>
              <a:t>زیرا خداوند راه پارسایان را می‌پاید اما طریق شریران به نابودی می‌انجامد.</a:t>
            </a:r>
            <a:endParaRPr lang="en-US" sz="1200" dirty="0"/>
          </a:p>
        </p:txBody>
      </p:sp>
      <p:sp>
        <p:nvSpPr>
          <p:cNvPr id="26" name="Shape 24"/>
          <p:cNvSpPr/>
          <p:nvPr/>
        </p:nvSpPr>
        <p:spPr>
          <a:xfrm>
            <a:off x="6096000" y="2859786"/>
            <a:ext cx="2865120" cy="2146554"/>
          </a:xfrm>
          <a:prstGeom prst="rect">
            <a:avLst/>
          </a:prstGeom>
          <a:solidFill>
            <a:srgbClr val="F5F0E8"/>
          </a:solidFill>
          <a:ln w="9525">
            <a:solidFill>
              <a:srgbClr val="C8B99A"/>
            </a:solidFill>
            <a:prstDash val="solid"/>
          </a:ln>
          <a:effectLst>
            <a:outerShdw sx="100000" sy="100000" kx="0" ky="0" algn="bl" rotWithShape="0" blurRad="38100" dist="12700" dir="8100000">
              <a:srgbClr val="000000">
                <a:alpha val="10000"/>
              </a:srgbClr>
            </a:outerShdw>
          </a:effectLst>
        </p:spPr>
      </p:sp>
      <p:sp>
        <p:nvSpPr>
          <p:cNvPr id="27" name="Text 25"/>
          <p:cNvSpPr/>
          <p:nvPr/>
        </p:nvSpPr>
        <p:spPr>
          <a:xfrm>
            <a:off x="6187440" y="2914650"/>
            <a:ext cx="2682240" cy="201168"/>
          </a:xfrm>
          <a:prstGeom prst="rect">
            <a:avLst/>
          </a:prstGeom>
          <a:noFill/>
          <a:ln/>
        </p:spPr>
        <p:txBody>
          <a:bodyPr wrap="square" lIns="0" tIns="0" rIns="0" bIns="0" rtlCol="0" anchor="ctr"/>
          <a:lstStyle/>
          <a:p>
            <a:pPr algn="l" indent="0" marL="0">
              <a:buNone/>
            </a:pPr>
            <a:r>
              <a:rPr lang="en-US" sz="800" b="1" i="1" dirty="0">
                <a:solidFill>
                  <a:srgbClr val="6B4C35"/>
                </a:solidFill>
                <a:latin typeface="Georgia" pitchFamily="34" charset="0"/>
                <a:ea typeface="Georgia" pitchFamily="34" charset="-122"/>
                <a:cs typeface="Georgia" pitchFamily="34" charset="-120"/>
              </a:rPr>
              <a:t>Türkçe (TCL02)</a:t>
            </a:r>
            <a:endParaRPr lang="en-US" sz="800" dirty="0"/>
          </a:p>
        </p:txBody>
      </p:sp>
      <p:sp>
        <p:nvSpPr>
          <p:cNvPr id="28" name="Shape 26"/>
          <p:cNvSpPr/>
          <p:nvPr/>
        </p:nvSpPr>
        <p:spPr>
          <a:xfrm>
            <a:off x="6187440" y="3115818"/>
            <a:ext cx="2682240" cy="0"/>
          </a:xfrm>
          <a:prstGeom prst="line">
            <a:avLst/>
          </a:prstGeom>
          <a:noFill/>
          <a:ln w="6350">
            <a:solidFill>
              <a:srgbClr val="C8B99A"/>
            </a:solidFill>
            <a:prstDash val="solid"/>
          </a:ln>
        </p:spPr>
      </p:sp>
      <p:sp>
        <p:nvSpPr>
          <p:cNvPr id="29" name="Text 27"/>
          <p:cNvSpPr/>
          <p:nvPr/>
        </p:nvSpPr>
        <p:spPr>
          <a:xfrm>
            <a:off x="6187440" y="3179826"/>
            <a:ext cx="2682240" cy="1771650"/>
          </a:xfrm>
          <a:prstGeom prst="rect">
            <a:avLst/>
          </a:prstGeom>
          <a:noFill/>
          <a:ln/>
        </p:spPr>
        <p:txBody>
          <a:bodyPr wrap="square" lIns="0" tIns="0" rIns="0" bIns="0" rtlCol="0" anchor="t"/>
          <a:lstStyle/>
          <a:p>
            <a:pPr algn="l" indent="0" marL="0">
              <a:buNone/>
            </a:pPr>
            <a:r>
              <a:rPr lang="en-US" sz="800" b="1" dirty="0">
                <a:solidFill>
                  <a:srgbClr val="6B4C35"/>
                </a:solidFill>
                <a:latin typeface="Georgia" pitchFamily="34" charset="0"/>
                <a:ea typeface="Georgia" pitchFamily="34" charset="-122"/>
                <a:cs typeface="Georgia" pitchFamily="34" charset="-120"/>
              </a:rPr>
              <a:t>4 </a:t>
            </a:r>
            <a:pPr algn="l" indent="0" marL="0">
              <a:buNone/>
            </a:pPr>
            <a:r>
              <a:rPr lang="en-US" sz="1000" dirty="0">
                <a:solidFill>
                  <a:srgbClr val="2C1F13"/>
                </a:solidFill>
                <a:latin typeface="Georgia" pitchFamily="34" charset="0"/>
                <a:ea typeface="Georgia" pitchFamily="34" charset="-122"/>
                <a:cs typeface="Georgia" pitchFamily="34" charset="-120"/>
              </a:rPr>
              <a:t>Yaptığı her işi başarır. </a:t>
            </a:r>
            <a:pPr algn="l" indent="0" marL="0">
              <a:buNone/>
            </a:pPr>
            <a:r>
              <a:rPr lang="en-US" sz="800" b="1" dirty="0">
                <a:solidFill>
                  <a:srgbClr val="6B4C35"/>
                </a:solidFill>
                <a:latin typeface="Georgia" pitchFamily="34" charset="0"/>
                <a:ea typeface="Georgia" pitchFamily="34" charset="-122"/>
                <a:cs typeface="Georgia" pitchFamily="34" charset="-120"/>
              </a:rPr>
              <a:t>5 </a:t>
            </a:r>
            <a:pPr algn="l" indent="0" marL="0">
              <a:buNone/>
            </a:pPr>
            <a:r>
              <a:rPr lang="en-US" sz="1000" dirty="0">
                <a:solidFill>
                  <a:srgbClr val="2C1F13"/>
                </a:solidFill>
                <a:latin typeface="Georgia" pitchFamily="34" charset="0"/>
                <a:ea typeface="Georgia" pitchFamily="34" charset="-122"/>
                <a:cs typeface="Georgia" pitchFamily="34" charset="-120"/>
              </a:rPr>
              <a:t>Kötüler böyle değil, Rüzgarın savurduğu saman çöpüne benzerler. Bu yüzden yargılanınca aklanamaz, Doğrular topluluğunda yer bulamaz günahkârlar. </a:t>
            </a:r>
            <a:pPr algn="l" indent="0" marL="0">
              <a:buNone/>
            </a:pPr>
            <a:r>
              <a:rPr lang="en-US" sz="800" b="1" dirty="0">
                <a:solidFill>
                  <a:srgbClr val="6B4C35"/>
                </a:solidFill>
                <a:latin typeface="Georgia" pitchFamily="34" charset="0"/>
                <a:ea typeface="Georgia" pitchFamily="34" charset="-122"/>
                <a:cs typeface="Georgia" pitchFamily="34" charset="-120"/>
              </a:rPr>
              <a:t>6 </a:t>
            </a:r>
            <a:pPr algn="l" indent="0" marL="0">
              <a:buNone/>
            </a:pPr>
            <a:r>
              <a:rPr lang="en-US" sz="1000" dirty="0">
                <a:solidFill>
                  <a:srgbClr val="2C1F13"/>
                </a:solidFill>
                <a:latin typeface="Georgia" pitchFamily="34" charset="0"/>
                <a:ea typeface="Georgia" pitchFamily="34" charset="-122"/>
                <a:cs typeface="Georgia" pitchFamily="34" charset="-120"/>
              </a:rPr>
              <a:t>Çünkü RAB doğruların yolunu gözetir, Kötülerin yolu ise ölüme götürür.</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8DC"/>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D9CEB8"/>
          </a:solidFill>
          <a:ln w="12700">
            <a:solidFill>
              <a:srgbClr val="D9CEB8"/>
            </a:solidFill>
            <a:prstDash val="solid"/>
          </a:ln>
        </p:spPr>
      </p:sp>
      <p:sp>
        <p:nvSpPr>
          <p:cNvPr id="3" name="Shape 1"/>
          <p:cNvSpPr/>
          <p:nvPr/>
        </p:nvSpPr>
        <p:spPr>
          <a:xfrm>
            <a:off x="182880" y="493776"/>
            <a:ext cx="8778240" cy="0"/>
          </a:xfrm>
          <a:prstGeom prst="line">
            <a:avLst/>
          </a:prstGeom>
          <a:noFill/>
          <a:ln w="9525">
            <a:solidFill>
              <a:srgbClr val="C8B99A"/>
            </a:solidFill>
            <a:prstDash val="solid"/>
          </a:ln>
        </p:spPr>
      </p:sp>
      <p:sp>
        <p:nvSpPr>
          <p:cNvPr id="4" name="Text 2"/>
          <p:cNvSpPr/>
          <p:nvPr/>
        </p:nvSpPr>
        <p:spPr>
          <a:xfrm>
            <a:off x="5029200" y="0"/>
            <a:ext cx="3931920" cy="502920"/>
          </a:xfrm>
          <a:prstGeom prst="rect">
            <a:avLst/>
          </a:prstGeom>
          <a:noFill/>
          <a:ln/>
        </p:spPr>
        <p:txBody>
          <a:bodyPr wrap="square" lIns="0" tIns="0" rIns="0" bIns="0" rtlCol="0" anchor="ctr"/>
          <a:lstStyle/>
          <a:p>
            <a:pPr algn="r" indent="0" marL="0">
              <a:buNone/>
            </a:pPr>
            <a:r>
              <a:rPr lang="en-US" sz="1050" i="1" dirty="0">
                <a:solidFill>
                  <a:srgbClr val="6B4C35"/>
                </a:solidFill>
                <a:latin typeface="Georgia" pitchFamily="34" charset="0"/>
                <a:ea typeface="Georgia" pitchFamily="34" charset="-122"/>
                <a:cs typeface="Georgia" pitchFamily="34" charset="-120"/>
              </a:rPr>
              <a:t>Psalm 1:1–6</a:t>
            </a:r>
            <a:endParaRPr lang="en-US" sz="1050" dirty="0"/>
          </a:p>
        </p:txBody>
      </p:sp>
      <p:sp>
        <p:nvSpPr>
          <p:cNvPr id="5" name="Text 3"/>
          <p:cNvSpPr/>
          <p:nvPr/>
        </p:nvSpPr>
        <p:spPr>
          <a:xfrm>
            <a:off x="1371600" y="902970"/>
            <a:ext cx="731520" cy="960120"/>
          </a:xfrm>
          <a:prstGeom prst="rect">
            <a:avLst/>
          </a:prstGeom>
          <a:noFill/>
          <a:ln/>
        </p:spPr>
        <p:txBody>
          <a:bodyPr wrap="square" lIns="0" tIns="0" rIns="0" bIns="0" rtlCol="0" anchor="ctr"/>
          <a:lstStyle/>
          <a:p>
            <a:pPr algn="ctr" indent="0" marL="0">
              <a:buNone/>
            </a:pPr>
            <a:r>
              <a:rPr lang="en-US" sz="4800" i="1" dirty="0">
                <a:solidFill>
                  <a:srgbClr val="6B4C35"/>
                </a:solidFill>
                <a:latin typeface="Georgia" pitchFamily="34" charset="0"/>
                <a:ea typeface="Georgia" pitchFamily="34" charset="-122"/>
                <a:cs typeface="Georgia" pitchFamily="34" charset="-120"/>
              </a:rPr>
              <a:t>1</a:t>
            </a:r>
            <a:endParaRPr lang="en-US" sz="4800" dirty="0"/>
          </a:p>
        </p:txBody>
      </p:sp>
      <p:sp>
        <p:nvSpPr>
          <p:cNvPr id="6" name="Shape 4"/>
          <p:cNvSpPr/>
          <p:nvPr/>
        </p:nvSpPr>
        <p:spPr>
          <a:xfrm>
            <a:off x="2286000" y="1040130"/>
            <a:ext cx="0" cy="685800"/>
          </a:xfrm>
          <a:prstGeom prst="line">
            <a:avLst/>
          </a:prstGeom>
          <a:noFill/>
          <a:ln w="9525">
            <a:solidFill>
              <a:srgbClr val="C8B99A"/>
            </a:solidFill>
            <a:prstDash val="solid"/>
          </a:ln>
        </p:spPr>
      </p:sp>
      <p:sp>
        <p:nvSpPr>
          <p:cNvPr id="7" name="Text 5"/>
          <p:cNvSpPr/>
          <p:nvPr/>
        </p:nvSpPr>
        <p:spPr>
          <a:xfrm>
            <a:off x="2514600" y="948690"/>
            <a:ext cx="5486400" cy="411480"/>
          </a:xfrm>
          <a:prstGeom prst="rect">
            <a:avLst/>
          </a:prstGeom>
          <a:noFill/>
          <a:ln/>
        </p:spPr>
        <p:txBody>
          <a:bodyPr wrap="square" lIns="0" tIns="0" rIns="0" bIns="0" rtlCol="0" anchor="ctr"/>
          <a:lstStyle/>
          <a:p>
            <a:pPr algn="l" indent="0" marL="0">
              <a:buNone/>
            </a:pPr>
            <a:r>
              <a:rPr lang="en-US" sz="2200" b="1" dirty="0">
                <a:solidFill>
                  <a:srgbClr val="3D2B1F"/>
                </a:solidFill>
                <a:latin typeface="Georgia" pitchFamily="34" charset="0"/>
                <a:ea typeface="Georgia" pitchFamily="34" charset="-122"/>
                <a:cs typeface="Georgia" pitchFamily="34" charset="-120"/>
              </a:rPr>
              <a:t>Niet meegaan met de stroom</a:t>
            </a:r>
            <a:endParaRPr lang="en-US" sz="2200" dirty="0"/>
          </a:p>
        </p:txBody>
      </p:sp>
      <p:sp>
        <p:nvSpPr>
          <p:cNvPr id="8" name="Text 6"/>
          <p:cNvSpPr/>
          <p:nvPr/>
        </p:nvSpPr>
        <p:spPr>
          <a:xfrm>
            <a:off x="2514600" y="1405890"/>
            <a:ext cx="2103120" cy="365760"/>
          </a:xfrm>
          <a:prstGeom prst="rect">
            <a:avLst/>
          </a:prstGeom>
          <a:noFill/>
          <a:ln/>
        </p:spPr>
        <p:txBody>
          <a:bodyPr wrap="square" lIns="0" tIns="0" rIns="0" bIns="0" rtlCol="0" anchor="ctr"/>
          <a:lstStyle/>
          <a:p>
            <a:pPr algn="l" indent="0" marL="0">
              <a:buNone/>
            </a:pPr>
            <a:r>
              <a:rPr lang="en-US" sz="1200" i="1" dirty="0">
                <a:solidFill>
                  <a:srgbClr val="6B4C35"/>
                </a:solidFill>
                <a:latin typeface="Georgia" pitchFamily="34" charset="0"/>
                <a:ea typeface="Georgia" pitchFamily="34" charset="-122"/>
                <a:cs typeface="Georgia" pitchFamily="34" charset="-120"/>
              </a:rPr>
              <a:t>Not going with the flow</a:t>
            </a:r>
            <a:endParaRPr lang="en-US" sz="1200" dirty="0"/>
          </a:p>
        </p:txBody>
      </p:sp>
      <p:sp>
        <p:nvSpPr>
          <p:cNvPr id="9" name="Text 7"/>
          <p:cNvSpPr/>
          <p:nvPr/>
        </p:nvSpPr>
        <p:spPr>
          <a:xfrm>
            <a:off x="4754880" y="1405890"/>
            <a:ext cx="2103120" cy="365760"/>
          </a:xfrm>
          <a:prstGeom prst="rect">
            <a:avLst/>
          </a:prstGeom>
          <a:noFill/>
          <a:ln/>
        </p:spPr>
        <p:txBody>
          <a:bodyPr wrap="square" lIns="0" tIns="0" rIns="0" bIns="0" rtlCol="0" anchor="ctr"/>
          <a:lstStyle/>
          <a:p>
            <a:pPr rtl="1" algn="ctr" indent="0" marL="0">
              <a:buNone/>
            </a:pPr>
            <a:r>
              <a:rPr lang="en-US" sz="1600" dirty="0">
                <a:solidFill>
                  <a:srgbClr val="6B4C35"/>
                </a:solidFill>
                <a:latin typeface="Traditional Arabic" pitchFamily="34" charset="0"/>
                <a:ea typeface="Traditional Arabic" pitchFamily="34" charset="-122"/>
                <a:cs typeface="Traditional Arabic" pitchFamily="34" charset="-120"/>
              </a:rPr>
              <a:t>لا تسير مع التيار</a:t>
            </a:r>
            <a:endParaRPr lang="en-US" sz="1600" dirty="0"/>
          </a:p>
        </p:txBody>
      </p:sp>
      <p:sp>
        <p:nvSpPr>
          <p:cNvPr id="10" name="Text 8"/>
          <p:cNvSpPr/>
          <p:nvPr/>
        </p:nvSpPr>
        <p:spPr>
          <a:xfrm>
            <a:off x="6949440" y="1405890"/>
            <a:ext cx="1828800" cy="365760"/>
          </a:xfrm>
          <a:prstGeom prst="rect">
            <a:avLst/>
          </a:prstGeom>
          <a:noFill/>
          <a:ln/>
        </p:spPr>
        <p:txBody>
          <a:bodyPr wrap="square" lIns="0" tIns="0" rIns="0" bIns="0" rtlCol="0" anchor="ctr"/>
          <a:lstStyle/>
          <a:p>
            <a:pPr rtl="1" algn="r" indent="0" marL="0">
              <a:buNone/>
            </a:pPr>
            <a:r>
              <a:rPr lang="en-US" sz="1600" dirty="0">
                <a:solidFill>
                  <a:srgbClr val="6B4C35"/>
                </a:solidFill>
                <a:latin typeface="Arabic Typesetting" pitchFamily="34" charset="0"/>
                <a:ea typeface="Arabic Typesetting" pitchFamily="34" charset="-122"/>
                <a:cs typeface="Arabic Typesetting" pitchFamily="34" charset="-120"/>
              </a:rPr>
              <a:t>با جریان نرو</a:t>
            </a:r>
            <a:endParaRPr lang="en-US" sz="1600" dirty="0"/>
          </a:p>
        </p:txBody>
      </p:sp>
      <p:sp>
        <p:nvSpPr>
          <p:cNvPr id="11" name="Text 9"/>
          <p:cNvSpPr/>
          <p:nvPr/>
        </p:nvSpPr>
        <p:spPr>
          <a:xfrm>
            <a:off x="1371600" y="1863090"/>
            <a:ext cx="731520" cy="960120"/>
          </a:xfrm>
          <a:prstGeom prst="rect">
            <a:avLst/>
          </a:prstGeom>
          <a:noFill/>
          <a:ln/>
        </p:spPr>
        <p:txBody>
          <a:bodyPr wrap="square" lIns="0" tIns="0" rIns="0" bIns="0" rtlCol="0" anchor="ctr"/>
          <a:lstStyle/>
          <a:p>
            <a:pPr algn="ctr" indent="0" marL="0">
              <a:buNone/>
            </a:pPr>
            <a:r>
              <a:rPr lang="en-US" sz="4800" i="1" dirty="0">
                <a:solidFill>
                  <a:srgbClr val="6B4C35"/>
                </a:solidFill>
                <a:latin typeface="Georgia" pitchFamily="34" charset="0"/>
                <a:ea typeface="Georgia" pitchFamily="34" charset="-122"/>
                <a:cs typeface="Georgia" pitchFamily="34" charset="-120"/>
              </a:rPr>
              <a:t>2</a:t>
            </a:r>
            <a:endParaRPr lang="en-US" sz="4800" dirty="0"/>
          </a:p>
        </p:txBody>
      </p:sp>
      <p:sp>
        <p:nvSpPr>
          <p:cNvPr id="12" name="Shape 10"/>
          <p:cNvSpPr/>
          <p:nvPr/>
        </p:nvSpPr>
        <p:spPr>
          <a:xfrm>
            <a:off x="2286000" y="2000250"/>
            <a:ext cx="0" cy="685800"/>
          </a:xfrm>
          <a:prstGeom prst="line">
            <a:avLst/>
          </a:prstGeom>
          <a:noFill/>
          <a:ln w="9525">
            <a:solidFill>
              <a:srgbClr val="C8B99A"/>
            </a:solidFill>
            <a:prstDash val="solid"/>
          </a:ln>
        </p:spPr>
      </p:sp>
      <p:sp>
        <p:nvSpPr>
          <p:cNvPr id="13" name="Text 11"/>
          <p:cNvSpPr/>
          <p:nvPr/>
        </p:nvSpPr>
        <p:spPr>
          <a:xfrm>
            <a:off x="2514600" y="1908810"/>
            <a:ext cx="5486400" cy="411480"/>
          </a:xfrm>
          <a:prstGeom prst="rect">
            <a:avLst/>
          </a:prstGeom>
          <a:noFill/>
          <a:ln/>
        </p:spPr>
        <p:txBody>
          <a:bodyPr wrap="square" lIns="0" tIns="0" rIns="0" bIns="0" rtlCol="0" anchor="ctr"/>
          <a:lstStyle/>
          <a:p>
            <a:pPr algn="l" indent="0" marL="0">
              <a:buNone/>
            </a:pPr>
            <a:r>
              <a:rPr lang="en-US" sz="2200" b="1" dirty="0">
                <a:solidFill>
                  <a:srgbClr val="3D2B1F"/>
                </a:solidFill>
                <a:latin typeface="Georgia" pitchFamily="34" charset="0"/>
                <a:ea typeface="Georgia" pitchFamily="34" charset="-122"/>
                <a:cs typeface="Georgia" pitchFamily="34" charset="-120"/>
              </a:rPr>
              <a:t>Dag en nacht in Gods woord</a:t>
            </a:r>
            <a:endParaRPr lang="en-US" sz="2200" dirty="0"/>
          </a:p>
        </p:txBody>
      </p:sp>
      <p:sp>
        <p:nvSpPr>
          <p:cNvPr id="14" name="Text 12"/>
          <p:cNvSpPr/>
          <p:nvPr/>
        </p:nvSpPr>
        <p:spPr>
          <a:xfrm>
            <a:off x="2514600" y="2366010"/>
            <a:ext cx="2103120" cy="365760"/>
          </a:xfrm>
          <a:prstGeom prst="rect">
            <a:avLst/>
          </a:prstGeom>
          <a:noFill/>
          <a:ln/>
        </p:spPr>
        <p:txBody>
          <a:bodyPr wrap="square" lIns="0" tIns="0" rIns="0" bIns="0" rtlCol="0" anchor="ctr"/>
          <a:lstStyle/>
          <a:p>
            <a:pPr algn="l" indent="0" marL="0">
              <a:buNone/>
            </a:pPr>
            <a:r>
              <a:rPr lang="en-US" sz="1200" i="1" dirty="0">
                <a:solidFill>
                  <a:srgbClr val="6B4C35"/>
                </a:solidFill>
                <a:latin typeface="Georgia" pitchFamily="34" charset="0"/>
                <a:ea typeface="Georgia" pitchFamily="34" charset="-122"/>
                <a:cs typeface="Georgia" pitchFamily="34" charset="-120"/>
              </a:rPr>
              <a:t>Day and night in God's word</a:t>
            </a:r>
            <a:endParaRPr lang="en-US" sz="1200" dirty="0"/>
          </a:p>
        </p:txBody>
      </p:sp>
      <p:sp>
        <p:nvSpPr>
          <p:cNvPr id="15" name="Text 13"/>
          <p:cNvSpPr/>
          <p:nvPr/>
        </p:nvSpPr>
        <p:spPr>
          <a:xfrm>
            <a:off x="4754880" y="2366010"/>
            <a:ext cx="2103120" cy="365760"/>
          </a:xfrm>
          <a:prstGeom prst="rect">
            <a:avLst/>
          </a:prstGeom>
          <a:noFill/>
          <a:ln/>
        </p:spPr>
        <p:txBody>
          <a:bodyPr wrap="square" lIns="0" tIns="0" rIns="0" bIns="0" rtlCol="0" anchor="ctr"/>
          <a:lstStyle/>
          <a:p>
            <a:pPr rtl="1" algn="ctr" indent="0" marL="0">
              <a:buNone/>
            </a:pPr>
            <a:r>
              <a:rPr lang="en-US" sz="1600" dirty="0">
                <a:solidFill>
                  <a:srgbClr val="6B4C35"/>
                </a:solidFill>
                <a:latin typeface="Traditional Arabic" pitchFamily="34" charset="0"/>
                <a:ea typeface="Traditional Arabic" pitchFamily="34" charset="-122"/>
                <a:cs typeface="Traditional Arabic" pitchFamily="34" charset="-120"/>
              </a:rPr>
              <a:t>نهارًا وليلًا في كلمة الله</a:t>
            </a:r>
            <a:endParaRPr lang="en-US" sz="1600" dirty="0"/>
          </a:p>
        </p:txBody>
      </p:sp>
      <p:sp>
        <p:nvSpPr>
          <p:cNvPr id="16" name="Text 14"/>
          <p:cNvSpPr/>
          <p:nvPr/>
        </p:nvSpPr>
        <p:spPr>
          <a:xfrm>
            <a:off x="6949440" y="2366010"/>
            <a:ext cx="1828800" cy="365760"/>
          </a:xfrm>
          <a:prstGeom prst="rect">
            <a:avLst/>
          </a:prstGeom>
          <a:noFill/>
          <a:ln/>
        </p:spPr>
        <p:txBody>
          <a:bodyPr wrap="square" lIns="0" tIns="0" rIns="0" bIns="0" rtlCol="0" anchor="ctr"/>
          <a:lstStyle/>
          <a:p>
            <a:pPr rtl="1" algn="r" indent="0" marL="0">
              <a:buNone/>
            </a:pPr>
            <a:r>
              <a:rPr lang="en-US" sz="1600" dirty="0">
                <a:solidFill>
                  <a:srgbClr val="6B4C35"/>
                </a:solidFill>
                <a:latin typeface="Arabic Typesetting" pitchFamily="34" charset="0"/>
                <a:ea typeface="Arabic Typesetting" pitchFamily="34" charset="-122"/>
                <a:cs typeface="Arabic Typesetting" pitchFamily="34" charset="-120"/>
              </a:rPr>
              <a:t>شبانه‌روز در کلام خدا</a:t>
            </a:r>
            <a:endParaRPr lang="en-US" sz="1600" dirty="0"/>
          </a:p>
        </p:txBody>
      </p:sp>
      <p:sp>
        <p:nvSpPr>
          <p:cNvPr id="17" name="Text 15"/>
          <p:cNvSpPr/>
          <p:nvPr/>
        </p:nvSpPr>
        <p:spPr>
          <a:xfrm>
            <a:off x="1371600" y="2823210"/>
            <a:ext cx="731520" cy="960120"/>
          </a:xfrm>
          <a:prstGeom prst="rect">
            <a:avLst/>
          </a:prstGeom>
          <a:noFill/>
          <a:ln/>
        </p:spPr>
        <p:txBody>
          <a:bodyPr wrap="square" lIns="0" tIns="0" rIns="0" bIns="0" rtlCol="0" anchor="ctr"/>
          <a:lstStyle/>
          <a:p>
            <a:pPr algn="ctr" indent="0" marL="0">
              <a:buNone/>
            </a:pPr>
            <a:r>
              <a:rPr lang="en-US" sz="4800" i="1" dirty="0">
                <a:solidFill>
                  <a:srgbClr val="6B4C35"/>
                </a:solidFill>
                <a:latin typeface="Georgia" pitchFamily="34" charset="0"/>
                <a:ea typeface="Georgia" pitchFamily="34" charset="-122"/>
                <a:cs typeface="Georgia" pitchFamily="34" charset="-120"/>
              </a:rPr>
              <a:t>3</a:t>
            </a:r>
            <a:endParaRPr lang="en-US" sz="4800" dirty="0"/>
          </a:p>
        </p:txBody>
      </p:sp>
      <p:sp>
        <p:nvSpPr>
          <p:cNvPr id="18" name="Shape 16"/>
          <p:cNvSpPr/>
          <p:nvPr/>
        </p:nvSpPr>
        <p:spPr>
          <a:xfrm>
            <a:off x="2286000" y="2960370"/>
            <a:ext cx="0" cy="685800"/>
          </a:xfrm>
          <a:prstGeom prst="line">
            <a:avLst/>
          </a:prstGeom>
          <a:noFill/>
          <a:ln w="9525">
            <a:solidFill>
              <a:srgbClr val="C8B99A"/>
            </a:solidFill>
            <a:prstDash val="solid"/>
          </a:ln>
        </p:spPr>
      </p:sp>
      <p:sp>
        <p:nvSpPr>
          <p:cNvPr id="19" name="Text 17"/>
          <p:cNvSpPr/>
          <p:nvPr/>
        </p:nvSpPr>
        <p:spPr>
          <a:xfrm>
            <a:off x="2514600" y="2868930"/>
            <a:ext cx="5486400" cy="411480"/>
          </a:xfrm>
          <a:prstGeom prst="rect">
            <a:avLst/>
          </a:prstGeom>
          <a:noFill/>
          <a:ln/>
        </p:spPr>
        <p:txBody>
          <a:bodyPr wrap="square" lIns="0" tIns="0" rIns="0" bIns="0" rtlCol="0" anchor="ctr"/>
          <a:lstStyle/>
          <a:p>
            <a:pPr algn="l" indent="0" marL="0">
              <a:buNone/>
            </a:pPr>
            <a:r>
              <a:rPr lang="en-US" sz="2200" b="1" dirty="0">
                <a:solidFill>
                  <a:srgbClr val="3D2B1F"/>
                </a:solidFill>
                <a:latin typeface="Georgia" pitchFamily="34" charset="0"/>
                <a:ea typeface="Georgia" pitchFamily="34" charset="-122"/>
                <a:cs typeface="Georgia" pitchFamily="34" charset="-120"/>
              </a:rPr>
              <a:t>Groeien als een boom</a:t>
            </a:r>
            <a:endParaRPr lang="en-US" sz="2200" dirty="0"/>
          </a:p>
        </p:txBody>
      </p:sp>
      <p:sp>
        <p:nvSpPr>
          <p:cNvPr id="20" name="Text 18"/>
          <p:cNvSpPr/>
          <p:nvPr/>
        </p:nvSpPr>
        <p:spPr>
          <a:xfrm>
            <a:off x="2514600" y="3326130"/>
            <a:ext cx="2103120" cy="365760"/>
          </a:xfrm>
          <a:prstGeom prst="rect">
            <a:avLst/>
          </a:prstGeom>
          <a:noFill/>
          <a:ln/>
        </p:spPr>
        <p:txBody>
          <a:bodyPr wrap="square" lIns="0" tIns="0" rIns="0" bIns="0" rtlCol="0" anchor="ctr"/>
          <a:lstStyle/>
          <a:p>
            <a:pPr algn="l" indent="0" marL="0">
              <a:buNone/>
            </a:pPr>
            <a:r>
              <a:rPr lang="en-US" sz="1200" i="1" dirty="0">
                <a:solidFill>
                  <a:srgbClr val="6B4C35"/>
                </a:solidFill>
                <a:latin typeface="Georgia" pitchFamily="34" charset="0"/>
                <a:ea typeface="Georgia" pitchFamily="34" charset="-122"/>
                <a:cs typeface="Georgia" pitchFamily="34" charset="-120"/>
              </a:rPr>
              <a:t>Growing like a tree</a:t>
            </a:r>
            <a:endParaRPr lang="en-US" sz="1200" dirty="0"/>
          </a:p>
        </p:txBody>
      </p:sp>
      <p:sp>
        <p:nvSpPr>
          <p:cNvPr id="21" name="Text 19"/>
          <p:cNvSpPr/>
          <p:nvPr/>
        </p:nvSpPr>
        <p:spPr>
          <a:xfrm>
            <a:off x="4754880" y="3326130"/>
            <a:ext cx="2103120" cy="365760"/>
          </a:xfrm>
          <a:prstGeom prst="rect">
            <a:avLst/>
          </a:prstGeom>
          <a:noFill/>
          <a:ln/>
        </p:spPr>
        <p:txBody>
          <a:bodyPr wrap="square" lIns="0" tIns="0" rIns="0" bIns="0" rtlCol="0" anchor="ctr"/>
          <a:lstStyle/>
          <a:p>
            <a:pPr rtl="1" algn="ctr" indent="0" marL="0">
              <a:buNone/>
            </a:pPr>
            <a:r>
              <a:rPr lang="en-US" sz="1600" dirty="0">
                <a:solidFill>
                  <a:srgbClr val="6B4C35"/>
                </a:solidFill>
                <a:latin typeface="Traditional Arabic" pitchFamily="34" charset="0"/>
                <a:ea typeface="Traditional Arabic" pitchFamily="34" charset="-122"/>
                <a:cs typeface="Traditional Arabic" pitchFamily="34" charset="-120"/>
              </a:rPr>
              <a:t>النمو كشجرة</a:t>
            </a:r>
            <a:endParaRPr lang="en-US" sz="1600" dirty="0"/>
          </a:p>
        </p:txBody>
      </p:sp>
      <p:sp>
        <p:nvSpPr>
          <p:cNvPr id="22" name="Text 20"/>
          <p:cNvSpPr/>
          <p:nvPr/>
        </p:nvSpPr>
        <p:spPr>
          <a:xfrm>
            <a:off x="6949440" y="3326130"/>
            <a:ext cx="1828800" cy="365760"/>
          </a:xfrm>
          <a:prstGeom prst="rect">
            <a:avLst/>
          </a:prstGeom>
          <a:noFill/>
          <a:ln/>
        </p:spPr>
        <p:txBody>
          <a:bodyPr wrap="square" lIns="0" tIns="0" rIns="0" bIns="0" rtlCol="0" anchor="ctr"/>
          <a:lstStyle/>
          <a:p>
            <a:pPr rtl="1" algn="r" indent="0" marL="0">
              <a:buNone/>
            </a:pPr>
            <a:r>
              <a:rPr lang="en-US" sz="1600" dirty="0">
                <a:solidFill>
                  <a:srgbClr val="6B4C35"/>
                </a:solidFill>
                <a:latin typeface="Arabic Typesetting" pitchFamily="34" charset="0"/>
                <a:ea typeface="Arabic Typesetting" pitchFamily="34" charset="-122"/>
                <a:cs typeface="Arabic Typesetting" pitchFamily="34" charset="-120"/>
              </a:rPr>
              <a:t>مثل یک درخت رشد کردن</a:t>
            </a:r>
            <a:endParaRPr lang="en-US" sz="1600" dirty="0"/>
          </a:p>
        </p:txBody>
      </p:sp>
      <p:sp>
        <p:nvSpPr>
          <p:cNvPr id="23" name="Text 21"/>
          <p:cNvSpPr/>
          <p:nvPr/>
        </p:nvSpPr>
        <p:spPr>
          <a:xfrm>
            <a:off x="1371600" y="3783330"/>
            <a:ext cx="731520" cy="960120"/>
          </a:xfrm>
          <a:prstGeom prst="rect">
            <a:avLst/>
          </a:prstGeom>
          <a:noFill/>
          <a:ln/>
        </p:spPr>
        <p:txBody>
          <a:bodyPr wrap="square" lIns="0" tIns="0" rIns="0" bIns="0" rtlCol="0" anchor="ctr"/>
          <a:lstStyle/>
          <a:p>
            <a:pPr algn="ctr" indent="0" marL="0">
              <a:buNone/>
            </a:pPr>
            <a:r>
              <a:rPr lang="en-US" sz="4800" i="1" dirty="0">
                <a:solidFill>
                  <a:srgbClr val="6B4C35"/>
                </a:solidFill>
                <a:latin typeface="Georgia" pitchFamily="34" charset="0"/>
                <a:ea typeface="Georgia" pitchFamily="34" charset="-122"/>
                <a:cs typeface="Georgia" pitchFamily="34" charset="-120"/>
              </a:rPr>
              <a:t>4</a:t>
            </a:r>
            <a:endParaRPr lang="en-US" sz="4800" dirty="0"/>
          </a:p>
        </p:txBody>
      </p:sp>
      <p:sp>
        <p:nvSpPr>
          <p:cNvPr id="24" name="Shape 22"/>
          <p:cNvSpPr/>
          <p:nvPr/>
        </p:nvSpPr>
        <p:spPr>
          <a:xfrm>
            <a:off x="2286000" y="3920490"/>
            <a:ext cx="0" cy="685800"/>
          </a:xfrm>
          <a:prstGeom prst="line">
            <a:avLst/>
          </a:prstGeom>
          <a:noFill/>
          <a:ln w="9525">
            <a:solidFill>
              <a:srgbClr val="C8B99A"/>
            </a:solidFill>
            <a:prstDash val="solid"/>
          </a:ln>
        </p:spPr>
      </p:sp>
      <p:sp>
        <p:nvSpPr>
          <p:cNvPr id="25" name="Text 23"/>
          <p:cNvSpPr/>
          <p:nvPr/>
        </p:nvSpPr>
        <p:spPr>
          <a:xfrm>
            <a:off x="2514600" y="3829050"/>
            <a:ext cx="5486400" cy="411480"/>
          </a:xfrm>
          <a:prstGeom prst="rect">
            <a:avLst/>
          </a:prstGeom>
          <a:noFill/>
          <a:ln/>
        </p:spPr>
        <p:txBody>
          <a:bodyPr wrap="square" lIns="0" tIns="0" rIns="0" bIns="0" rtlCol="0" anchor="ctr"/>
          <a:lstStyle/>
          <a:p>
            <a:pPr algn="l" indent="0" marL="0">
              <a:buNone/>
            </a:pPr>
            <a:r>
              <a:rPr lang="en-US" sz="2200" b="1" dirty="0">
                <a:solidFill>
                  <a:srgbClr val="3D2B1F"/>
                </a:solidFill>
                <a:latin typeface="Georgia" pitchFamily="34" charset="0"/>
                <a:ea typeface="Georgia" pitchFamily="34" charset="-122"/>
                <a:cs typeface="Georgia" pitchFamily="34" charset="-120"/>
              </a:rPr>
              <a:t>Twee wegen, één keuze</a:t>
            </a:r>
            <a:endParaRPr lang="en-US" sz="2200" dirty="0"/>
          </a:p>
        </p:txBody>
      </p:sp>
      <p:sp>
        <p:nvSpPr>
          <p:cNvPr id="26" name="Text 24"/>
          <p:cNvSpPr/>
          <p:nvPr/>
        </p:nvSpPr>
        <p:spPr>
          <a:xfrm>
            <a:off x="2514600" y="4286250"/>
            <a:ext cx="2103120" cy="365760"/>
          </a:xfrm>
          <a:prstGeom prst="rect">
            <a:avLst/>
          </a:prstGeom>
          <a:noFill/>
          <a:ln/>
        </p:spPr>
        <p:txBody>
          <a:bodyPr wrap="square" lIns="0" tIns="0" rIns="0" bIns="0" rtlCol="0" anchor="ctr"/>
          <a:lstStyle/>
          <a:p>
            <a:pPr algn="l" indent="0" marL="0">
              <a:buNone/>
            </a:pPr>
            <a:r>
              <a:rPr lang="en-US" sz="1200" i="1" dirty="0">
                <a:solidFill>
                  <a:srgbClr val="6B4C35"/>
                </a:solidFill>
                <a:latin typeface="Georgia" pitchFamily="34" charset="0"/>
                <a:ea typeface="Georgia" pitchFamily="34" charset="-122"/>
                <a:cs typeface="Georgia" pitchFamily="34" charset="-120"/>
              </a:rPr>
              <a:t>Two paths, one choice</a:t>
            </a:r>
            <a:endParaRPr lang="en-US" sz="1200" dirty="0"/>
          </a:p>
        </p:txBody>
      </p:sp>
      <p:sp>
        <p:nvSpPr>
          <p:cNvPr id="27" name="Text 25"/>
          <p:cNvSpPr/>
          <p:nvPr/>
        </p:nvSpPr>
        <p:spPr>
          <a:xfrm>
            <a:off x="4754880" y="4286250"/>
            <a:ext cx="2103120" cy="365760"/>
          </a:xfrm>
          <a:prstGeom prst="rect">
            <a:avLst/>
          </a:prstGeom>
          <a:noFill/>
          <a:ln/>
        </p:spPr>
        <p:txBody>
          <a:bodyPr wrap="square" lIns="0" tIns="0" rIns="0" bIns="0" rtlCol="0" anchor="ctr"/>
          <a:lstStyle/>
          <a:p>
            <a:pPr rtl="1" algn="ctr" indent="0" marL="0">
              <a:buNone/>
            </a:pPr>
            <a:r>
              <a:rPr lang="en-US" sz="1600" dirty="0">
                <a:solidFill>
                  <a:srgbClr val="6B4C35"/>
                </a:solidFill>
                <a:latin typeface="Traditional Arabic" pitchFamily="34" charset="0"/>
                <a:ea typeface="Traditional Arabic" pitchFamily="34" charset="-122"/>
                <a:cs typeface="Traditional Arabic" pitchFamily="34" charset="-120"/>
              </a:rPr>
              <a:t>طريقان، خيار واحد</a:t>
            </a:r>
            <a:endParaRPr lang="en-US" sz="1600" dirty="0"/>
          </a:p>
        </p:txBody>
      </p:sp>
      <p:sp>
        <p:nvSpPr>
          <p:cNvPr id="28" name="Text 26"/>
          <p:cNvSpPr/>
          <p:nvPr/>
        </p:nvSpPr>
        <p:spPr>
          <a:xfrm>
            <a:off x="6949440" y="4286250"/>
            <a:ext cx="1828800" cy="365760"/>
          </a:xfrm>
          <a:prstGeom prst="rect">
            <a:avLst/>
          </a:prstGeom>
          <a:noFill/>
          <a:ln/>
        </p:spPr>
        <p:txBody>
          <a:bodyPr wrap="square" lIns="0" tIns="0" rIns="0" bIns="0" rtlCol="0" anchor="ctr"/>
          <a:lstStyle/>
          <a:p>
            <a:pPr rtl="1" algn="r" indent="0" marL="0">
              <a:buNone/>
            </a:pPr>
            <a:r>
              <a:rPr lang="en-US" sz="1600" dirty="0">
                <a:solidFill>
                  <a:srgbClr val="6B4C35"/>
                </a:solidFill>
                <a:latin typeface="Arabic Typesetting" pitchFamily="34" charset="0"/>
                <a:ea typeface="Arabic Typesetting" pitchFamily="34" charset="-122"/>
                <a:cs typeface="Arabic Typesetting" pitchFamily="34" charset="-120"/>
              </a:rPr>
              <a:t>دو راه، یک انتخاب</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8DC"/>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D9CEB8"/>
          </a:solidFill>
          <a:ln w="12700">
            <a:solidFill>
              <a:srgbClr val="D9CEB8"/>
            </a:solidFill>
            <a:prstDash val="solid"/>
          </a:ln>
        </p:spPr>
      </p:sp>
      <p:sp>
        <p:nvSpPr>
          <p:cNvPr id="3" name="Shape 1"/>
          <p:cNvSpPr/>
          <p:nvPr/>
        </p:nvSpPr>
        <p:spPr>
          <a:xfrm>
            <a:off x="182880" y="493776"/>
            <a:ext cx="8778240" cy="0"/>
          </a:xfrm>
          <a:prstGeom prst="line">
            <a:avLst/>
          </a:prstGeom>
          <a:noFill/>
          <a:ln w="9525">
            <a:solidFill>
              <a:srgbClr val="C8B99A"/>
            </a:solidFill>
            <a:prstDash val="solid"/>
          </a:ln>
        </p:spPr>
      </p:sp>
      <p:sp>
        <p:nvSpPr>
          <p:cNvPr id="4" name="Text 2"/>
          <p:cNvSpPr/>
          <p:nvPr/>
        </p:nvSpPr>
        <p:spPr>
          <a:xfrm>
            <a:off x="182880" y="0"/>
            <a:ext cx="6400800" cy="502920"/>
          </a:xfrm>
          <a:prstGeom prst="rect">
            <a:avLst/>
          </a:prstGeom>
          <a:noFill/>
          <a:ln/>
        </p:spPr>
        <p:txBody>
          <a:bodyPr wrap="square" lIns="0" tIns="0" rIns="0" bIns="0" rtlCol="0" anchor="ctr"/>
          <a:lstStyle/>
          <a:p>
            <a:pPr algn="l" indent="0" marL="0">
              <a:buNone/>
            </a:pPr>
            <a:r>
              <a:rPr lang="en-US" sz="1900" b="1" dirty="0">
                <a:solidFill>
                  <a:srgbClr val="3D2B1F"/>
                </a:solidFill>
                <a:latin typeface="Georgia" pitchFamily="34" charset="0"/>
                <a:ea typeface="Georgia" pitchFamily="34" charset="-122"/>
                <a:cs typeface="Georgia" pitchFamily="34" charset="-120"/>
              </a:rPr>
              <a:t>1. Niet meegaan met de stroom</a:t>
            </a:r>
            <a:endParaRPr lang="en-US" sz="1900" dirty="0"/>
          </a:p>
        </p:txBody>
      </p:sp>
      <p:sp>
        <p:nvSpPr>
          <p:cNvPr id="5" name="Text 3"/>
          <p:cNvSpPr/>
          <p:nvPr/>
        </p:nvSpPr>
        <p:spPr>
          <a:xfrm>
            <a:off x="6400800" y="0"/>
            <a:ext cx="2560320" cy="502920"/>
          </a:xfrm>
          <a:prstGeom prst="rect">
            <a:avLst/>
          </a:prstGeom>
          <a:noFill/>
          <a:ln/>
        </p:spPr>
        <p:txBody>
          <a:bodyPr wrap="square" lIns="0" tIns="0" rIns="0" bIns="0" rtlCol="0" anchor="ctr"/>
          <a:lstStyle/>
          <a:p>
            <a:pPr algn="r" indent="0" marL="0">
              <a:buNone/>
            </a:pPr>
            <a:r>
              <a:rPr lang="en-US" sz="1050" i="1" dirty="0">
                <a:solidFill>
                  <a:srgbClr val="6B4C35"/>
                </a:solidFill>
                <a:latin typeface="Georgia" pitchFamily="34" charset="0"/>
                <a:ea typeface="Georgia" pitchFamily="34" charset="-122"/>
                <a:cs typeface="Georgia" pitchFamily="34" charset="-120"/>
              </a:rPr>
              <a:t>Psalm 1:1–6</a:t>
            </a:r>
            <a:endParaRPr lang="en-US" sz="1050" dirty="0"/>
          </a:p>
        </p:txBody>
      </p:sp>
      <p:sp>
        <p:nvSpPr>
          <p:cNvPr id="6" name="Shape 4"/>
          <p:cNvSpPr/>
          <p:nvPr/>
        </p:nvSpPr>
        <p:spPr>
          <a:xfrm>
            <a:off x="182880" y="777240"/>
            <a:ext cx="4572000" cy="4091940"/>
          </a:xfrm>
          <a:prstGeom prst="rect">
            <a:avLst/>
          </a:prstGeom>
          <a:solidFill>
            <a:srgbClr val="FFFFFF"/>
          </a:solidFill>
          <a:ln w="12700">
            <a:solidFill>
              <a:srgbClr val="C8B99A"/>
            </a:solidFill>
            <a:prstDash val="solid"/>
          </a:ln>
          <a:effectLst>
            <a:outerShdw sx="100000" sy="100000" kx="0" ky="0" algn="bl" rotWithShape="0" blurRad="76200" dist="25400" dir="8100000">
              <a:srgbClr val="000000">
                <a:alpha val="15000"/>
              </a:srgbClr>
            </a:outerShdw>
          </a:effectLst>
        </p:spPr>
      </p:sp>
      <p:pic>
        <p:nvPicPr>
          <p:cNvPr id="7" name="Image 0" descr="output/point1.jpg">    </p:cNvPr>
          <p:cNvPicPr>
            <a:picLocks noChangeAspect="1"/>
          </p:cNvPicPr>
          <p:nvPr/>
        </p:nvPicPr>
        <p:blipFill>
          <a:blip r:embed="rId1"/>
          <a:srcRect l="0" r="0" t="0" b="0"/>
          <a:stretch/>
        </p:blipFill>
        <p:spPr>
          <a:xfrm>
            <a:off x="228600" y="822960"/>
            <a:ext cx="4480560" cy="4000500"/>
          </a:xfrm>
          <a:prstGeom prst="rect">
            <a:avLst/>
          </a:prstGeom>
        </p:spPr>
      </p:pic>
      <p:sp>
        <p:nvSpPr>
          <p:cNvPr id="8" name="Text 5"/>
          <p:cNvSpPr/>
          <p:nvPr/>
        </p:nvSpPr>
        <p:spPr>
          <a:xfrm>
            <a:off x="5120640" y="960120"/>
            <a:ext cx="3840480" cy="1280160"/>
          </a:xfrm>
          <a:prstGeom prst="rect">
            <a:avLst/>
          </a:prstGeom>
          <a:noFill/>
          <a:ln/>
        </p:spPr>
        <p:txBody>
          <a:bodyPr wrap="square" lIns="0" tIns="0" rIns="0" bIns="0" rtlCol="0" anchor="t"/>
          <a:lstStyle/>
          <a:p>
            <a:pPr algn="l" indent="0" marL="0">
              <a:buNone/>
            </a:pPr>
            <a:r>
              <a:rPr lang="en-US" sz="11000" i="1" dirty="0">
                <a:solidFill>
                  <a:srgbClr val="C8B99A"/>
                </a:solidFill>
                <a:latin typeface="Georgia" pitchFamily="34" charset="0"/>
                <a:ea typeface="Georgia" pitchFamily="34" charset="-122"/>
                <a:cs typeface="Georgia" pitchFamily="34" charset="-120"/>
              </a:rPr>
              <a:t>1</a:t>
            </a:r>
            <a:endParaRPr lang="en-US" sz="11000" dirty="0"/>
          </a:p>
        </p:txBody>
      </p:sp>
      <p:sp>
        <p:nvSpPr>
          <p:cNvPr id="9" name="Shape 6"/>
          <p:cNvSpPr/>
          <p:nvPr/>
        </p:nvSpPr>
        <p:spPr>
          <a:xfrm>
            <a:off x="5120640" y="2377440"/>
            <a:ext cx="1645920" cy="0"/>
          </a:xfrm>
          <a:prstGeom prst="line">
            <a:avLst/>
          </a:prstGeom>
          <a:noFill/>
          <a:ln w="15875">
            <a:solidFill>
              <a:srgbClr val="C8B99A"/>
            </a:solidFill>
            <a:prstDash val="solid"/>
          </a:ln>
        </p:spPr>
      </p:sp>
      <p:sp>
        <p:nvSpPr>
          <p:cNvPr id="10" name="Text 7"/>
          <p:cNvSpPr/>
          <p:nvPr/>
        </p:nvSpPr>
        <p:spPr>
          <a:xfrm>
            <a:off x="5120640" y="2560320"/>
            <a:ext cx="3840480" cy="822960"/>
          </a:xfrm>
          <a:prstGeom prst="rect">
            <a:avLst/>
          </a:prstGeom>
          <a:noFill/>
          <a:ln/>
        </p:spPr>
        <p:txBody>
          <a:bodyPr wrap="square" lIns="0" tIns="0" rIns="0" bIns="0" rtlCol="0" anchor="t"/>
          <a:lstStyle/>
          <a:p>
            <a:pPr algn="l" indent="0" marL="0">
              <a:buNone/>
            </a:pPr>
            <a:r>
              <a:rPr lang="en-US" sz="2600" b="1" dirty="0">
                <a:solidFill>
                  <a:srgbClr val="3D2B1F"/>
                </a:solidFill>
                <a:latin typeface="Georgia" pitchFamily="34" charset="0"/>
                <a:ea typeface="Georgia" pitchFamily="34" charset="-122"/>
                <a:cs typeface="Georgia" pitchFamily="34" charset="-120"/>
              </a:rPr>
              <a:t>Niet meegaan met de stroom</a:t>
            </a:r>
            <a:endParaRPr lang="en-US" sz="2600" dirty="0"/>
          </a:p>
        </p:txBody>
      </p:sp>
      <p:sp>
        <p:nvSpPr>
          <p:cNvPr id="11" name="Text 8"/>
          <p:cNvSpPr/>
          <p:nvPr/>
        </p:nvSpPr>
        <p:spPr>
          <a:xfrm>
            <a:off x="5120640" y="3474720"/>
            <a:ext cx="3840480" cy="365760"/>
          </a:xfrm>
          <a:prstGeom prst="rect">
            <a:avLst/>
          </a:prstGeom>
          <a:noFill/>
          <a:ln/>
        </p:spPr>
        <p:txBody>
          <a:bodyPr wrap="square" lIns="0" tIns="0" rIns="0" bIns="0" rtlCol="0" anchor="t"/>
          <a:lstStyle/>
          <a:p>
            <a:pPr algn="l" indent="0" marL="0">
              <a:buNone/>
            </a:pPr>
            <a:r>
              <a:rPr lang="en-US" sz="1500" i="1" dirty="0">
                <a:solidFill>
                  <a:srgbClr val="6B4C35"/>
                </a:solidFill>
                <a:latin typeface="Georgia" pitchFamily="34" charset="0"/>
                <a:ea typeface="Georgia" pitchFamily="34" charset="-122"/>
                <a:cs typeface="Georgia" pitchFamily="34" charset="-120"/>
              </a:rPr>
              <a:t>Not going with the flow</a:t>
            </a:r>
            <a:endParaRPr lang="en-US" sz="1500" dirty="0"/>
          </a:p>
        </p:txBody>
      </p:sp>
      <p:sp>
        <p:nvSpPr>
          <p:cNvPr id="12" name="Text 9"/>
          <p:cNvSpPr/>
          <p:nvPr/>
        </p:nvSpPr>
        <p:spPr>
          <a:xfrm>
            <a:off x="5120640" y="3886200"/>
            <a:ext cx="3840480" cy="457200"/>
          </a:xfrm>
          <a:prstGeom prst="rect">
            <a:avLst/>
          </a:prstGeom>
          <a:noFill/>
          <a:ln/>
        </p:spPr>
        <p:txBody>
          <a:bodyPr wrap="square" lIns="0" tIns="0" rIns="0" bIns="0" rtlCol="0" anchor="t"/>
          <a:lstStyle/>
          <a:p>
            <a:pPr rtl="1" algn="l" indent="0" marL="0">
              <a:buNone/>
            </a:pPr>
            <a:r>
              <a:rPr lang="en-US" sz="2000" dirty="0">
                <a:solidFill>
                  <a:srgbClr val="6B4C35"/>
                </a:solidFill>
                <a:latin typeface="Traditional Arabic" pitchFamily="34" charset="0"/>
                <a:ea typeface="Traditional Arabic" pitchFamily="34" charset="-122"/>
                <a:cs typeface="Traditional Arabic" pitchFamily="34" charset="-120"/>
              </a:rPr>
              <a:t>لا تسير مع التيار</a:t>
            </a:r>
            <a:endParaRPr lang="en-US" sz="2000" dirty="0"/>
          </a:p>
        </p:txBody>
      </p:sp>
      <p:sp>
        <p:nvSpPr>
          <p:cNvPr id="13" name="Text 10"/>
          <p:cNvSpPr/>
          <p:nvPr/>
        </p:nvSpPr>
        <p:spPr>
          <a:xfrm>
            <a:off x="5120640" y="4389120"/>
            <a:ext cx="3840480" cy="457200"/>
          </a:xfrm>
          <a:prstGeom prst="rect">
            <a:avLst/>
          </a:prstGeom>
          <a:noFill/>
          <a:ln/>
        </p:spPr>
        <p:txBody>
          <a:bodyPr wrap="square" lIns="0" tIns="0" rIns="0" bIns="0" rtlCol="0" anchor="t"/>
          <a:lstStyle/>
          <a:p>
            <a:pPr rtl="1" algn="l" indent="0" marL="0">
              <a:buNone/>
            </a:pPr>
            <a:r>
              <a:rPr lang="en-US" sz="2000" dirty="0">
                <a:solidFill>
                  <a:srgbClr val="6B4C35"/>
                </a:solidFill>
                <a:latin typeface="Arabic Typesetting" pitchFamily="34" charset="0"/>
                <a:ea typeface="Arabic Typesetting" pitchFamily="34" charset="-122"/>
                <a:cs typeface="Arabic Typesetting" pitchFamily="34" charset="-120"/>
              </a:rPr>
              <a:t>با جریان نرو</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E8DC"/>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D9CEB8"/>
          </a:solidFill>
          <a:ln w="12700">
            <a:solidFill>
              <a:srgbClr val="D9CEB8"/>
            </a:solidFill>
            <a:prstDash val="solid"/>
          </a:ln>
        </p:spPr>
      </p:sp>
      <p:sp>
        <p:nvSpPr>
          <p:cNvPr id="3" name="Shape 1"/>
          <p:cNvSpPr/>
          <p:nvPr/>
        </p:nvSpPr>
        <p:spPr>
          <a:xfrm>
            <a:off x="182880" y="493776"/>
            <a:ext cx="8778240" cy="0"/>
          </a:xfrm>
          <a:prstGeom prst="line">
            <a:avLst/>
          </a:prstGeom>
          <a:noFill/>
          <a:ln w="9525">
            <a:solidFill>
              <a:srgbClr val="C8B99A"/>
            </a:solidFill>
            <a:prstDash val="solid"/>
          </a:ln>
        </p:spPr>
      </p:sp>
      <p:sp>
        <p:nvSpPr>
          <p:cNvPr id="4" name="Text 2"/>
          <p:cNvSpPr/>
          <p:nvPr/>
        </p:nvSpPr>
        <p:spPr>
          <a:xfrm>
            <a:off x="182880" y="0"/>
            <a:ext cx="6400800" cy="502920"/>
          </a:xfrm>
          <a:prstGeom prst="rect">
            <a:avLst/>
          </a:prstGeom>
          <a:noFill/>
          <a:ln/>
        </p:spPr>
        <p:txBody>
          <a:bodyPr wrap="square" lIns="0" tIns="0" rIns="0" bIns="0" rtlCol="0" anchor="ctr"/>
          <a:lstStyle/>
          <a:p>
            <a:pPr algn="l" indent="0" marL="0">
              <a:buNone/>
            </a:pPr>
            <a:r>
              <a:rPr lang="en-US" sz="1900" b="1" dirty="0">
                <a:solidFill>
                  <a:srgbClr val="3D2B1F"/>
                </a:solidFill>
                <a:latin typeface="Georgia" pitchFamily="34" charset="0"/>
                <a:ea typeface="Georgia" pitchFamily="34" charset="-122"/>
                <a:cs typeface="Georgia" pitchFamily="34" charset="-120"/>
              </a:rPr>
              <a:t>2. Dag en nacht in Gods woord</a:t>
            </a:r>
            <a:endParaRPr lang="en-US" sz="1900" dirty="0"/>
          </a:p>
        </p:txBody>
      </p:sp>
      <p:sp>
        <p:nvSpPr>
          <p:cNvPr id="5" name="Text 3"/>
          <p:cNvSpPr/>
          <p:nvPr/>
        </p:nvSpPr>
        <p:spPr>
          <a:xfrm>
            <a:off x="6400800" y="0"/>
            <a:ext cx="2560320" cy="502920"/>
          </a:xfrm>
          <a:prstGeom prst="rect">
            <a:avLst/>
          </a:prstGeom>
          <a:noFill/>
          <a:ln/>
        </p:spPr>
        <p:txBody>
          <a:bodyPr wrap="square" lIns="0" tIns="0" rIns="0" bIns="0" rtlCol="0" anchor="ctr"/>
          <a:lstStyle/>
          <a:p>
            <a:pPr algn="r" indent="0" marL="0">
              <a:buNone/>
            </a:pPr>
            <a:r>
              <a:rPr lang="en-US" sz="1050" i="1" dirty="0">
                <a:solidFill>
                  <a:srgbClr val="6B4C35"/>
                </a:solidFill>
                <a:latin typeface="Georgia" pitchFamily="34" charset="0"/>
                <a:ea typeface="Georgia" pitchFamily="34" charset="-122"/>
                <a:cs typeface="Georgia" pitchFamily="34" charset="-120"/>
              </a:rPr>
              <a:t>Psalm 1:1–6</a:t>
            </a:r>
            <a:endParaRPr lang="en-US" sz="1050" dirty="0"/>
          </a:p>
        </p:txBody>
      </p:sp>
      <p:sp>
        <p:nvSpPr>
          <p:cNvPr id="6" name="Shape 4"/>
          <p:cNvSpPr/>
          <p:nvPr/>
        </p:nvSpPr>
        <p:spPr>
          <a:xfrm>
            <a:off x="182880" y="777240"/>
            <a:ext cx="4572000" cy="4091940"/>
          </a:xfrm>
          <a:prstGeom prst="rect">
            <a:avLst/>
          </a:prstGeom>
          <a:solidFill>
            <a:srgbClr val="FFFFFF"/>
          </a:solidFill>
          <a:ln w="12700">
            <a:solidFill>
              <a:srgbClr val="C8B99A"/>
            </a:solidFill>
            <a:prstDash val="solid"/>
          </a:ln>
          <a:effectLst>
            <a:outerShdw sx="100000" sy="100000" kx="0" ky="0" algn="bl" rotWithShape="0" blurRad="76200" dist="25400" dir="8100000">
              <a:srgbClr val="000000">
                <a:alpha val="15000"/>
              </a:srgbClr>
            </a:outerShdw>
          </a:effectLst>
        </p:spPr>
      </p:sp>
      <p:pic>
        <p:nvPicPr>
          <p:cNvPr id="7" name="Image 0" descr="output/point2.jpg">    </p:cNvPr>
          <p:cNvPicPr>
            <a:picLocks noChangeAspect="1"/>
          </p:cNvPicPr>
          <p:nvPr/>
        </p:nvPicPr>
        <p:blipFill>
          <a:blip r:embed="rId1"/>
          <a:srcRect l="0" r="0" t="0" b="0"/>
          <a:stretch/>
        </p:blipFill>
        <p:spPr>
          <a:xfrm>
            <a:off x="228600" y="822960"/>
            <a:ext cx="4480560" cy="4000500"/>
          </a:xfrm>
          <a:prstGeom prst="rect">
            <a:avLst/>
          </a:prstGeom>
        </p:spPr>
      </p:pic>
      <p:sp>
        <p:nvSpPr>
          <p:cNvPr id="8" name="Text 5"/>
          <p:cNvSpPr/>
          <p:nvPr/>
        </p:nvSpPr>
        <p:spPr>
          <a:xfrm>
            <a:off x="5120640" y="960120"/>
            <a:ext cx="3840480" cy="1280160"/>
          </a:xfrm>
          <a:prstGeom prst="rect">
            <a:avLst/>
          </a:prstGeom>
          <a:noFill/>
          <a:ln/>
        </p:spPr>
        <p:txBody>
          <a:bodyPr wrap="square" lIns="0" tIns="0" rIns="0" bIns="0" rtlCol="0" anchor="t"/>
          <a:lstStyle/>
          <a:p>
            <a:pPr algn="l" indent="0" marL="0">
              <a:buNone/>
            </a:pPr>
            <a:r>
              <a:rPr lang="en-US" sz="11000" i="1" dirty="0">
                <a:solidFill>
                  <a:srgbClr val="C8B99A"/>
                </a:solidFill>
                <a:latin typeface="Georgia" pitchFamily="34" charset="0"/>
                <a:ea typeface="Georgia" pitchFamily="34" charset="-122"/>
                <a:cs typeface="Georgia" pitchFamily="34" charset="-120"/>
              </a:rPr>
              <a:t>2</a:t>
            </a:r>
            <a:endParaRPr lang="en-US" sz="11000" dirty="0"/>
          </a:p>
        </p:txBody>
      </p:sp>
      <p:sp>
        <p:nvSpPr>
          <p:cNvPr id="9" name="Shape 6"/>
          <p:cNvSpPr/>
          <p:nvPr/>
        </p:nvSpPr>
        <p:spPr>
          <a:xfrm>
            <a:off x="5120640" y="2377440"/>
            <a:ext cx="1645920" cy="0"/>
          </a:xfrm>
          <a:prstGeom prst="line">
            <a:avLst/>
          </a:prstGeom>
          <a:noFill/>
          <a:ln w="15875">
            <a:solidFill>
              <a:srgbClr val="C8B99A"/>
            </a:solidFill>
            <a:prstDash val="solid"/>
          </a:ln>
        </p:spPr>
      </p:sp>
      <p:sp>
        <p:nvSpPr>
          <p:cNvPr id="10" name="Text 7"/>
          <p:cNvSpPr/>
          <p:nvPr/>
        </p:nvSpPr>
        <p:spPr>
          <a:xfrm>
            <a:off x="5120640" y="2560320"/>
            <a:ext cx="3840480" cy="822960"/>
          </a:xfrm>
          <a:prstGeom prst="rect">
            <a:avLst/>
          </a:prstGeom>
          <a:noFill/>
          <a:ln/>
        </p:spPr>
        <p:txBody>
          <a:bodyPr wrap="square" lIns="0" tIns="0" rIns="0" bIns="0" rtlCol="0" anchor="t"/>
          <a:lstStyle/>
          <a:p>
            <a:pPr algn="l" indent="0" marL="0">
              <a:buNone/>
            </a:pPr>
            <a:r>
              <a:rPr lang="en-US" sz="2600" b="1" dirty="0">
                <a:solidFill>
                  <a:srgbClr val="3D2B1F"/>
                </a:solidFill>
                <a:latin typeface="Georgia" pitchFamily="34" charset="0"/>
                <a:ea typeface="Georgia" pitchFamily="34" charset="-122"/>
                <a:cs typeface="Georgia" pitchFamily="34" charset="-120"/>
              </a:rPr>
              <a:t>Dag en nacht in Gods woord</a:t>
            </a:r>
            <a:endParaRPr lang="en-US" sz="2600" dirty="0"/>
          </a:p>
        </p:txBody>
      </p:sp>
      <p:sp>
        <p:nvSpPr>
          <p:cNvPr id="11" name="Text 8"/>
          <p:cNvSpPr/>
          <p:nvPr/>
        </p:nvSpPr>
        <p:spPr>
          <a:xfrm>
            <a:off x="5120640" y="3474720"/>
            <a:ext cx="3840480" cy="365760"/>
          </a:xfrm>
          <a:prstGeom prst="rect">
            <a:avLst/>
          </a:prstGeom>
          <a:noFill/>
          <a:ln/>
        </p:spPr>
        <p:txBody>
          <a:bodyPr wrap="square" lIns="0" tIns="0" rIns="0" bIns="0" rtlCol="0" anchor="t"/>
          <a:lstStyle/>
          <a:p>
            <a:pPr algn="l" indent="0" marL="0">
              <a:buNone/>
            </a:pPr>
            <a:r>
              <a:rPr lang="en-US" sz="1500" i="1" dirty="0">
                <a:solidFill>
                  <a:srgbClr val="6B4C35"/>
                </a:solidFill>
                <a:latin typeface="Georgia" pitchFamily="34" charset="0"/>
                <a:ea typeface="Georgia" pitchFamily="34" charset="-122"/>
                <a:cs typeface="Georgia" pitchFamily="34" charset="-120"/>
              </a:rPr>
              <a:t>Day and night in God's word</a:t>
            </a:r>
            <a:endParaRPr lang="en-US" sz="1500" dirty="0"/>
          </a:p>
        </p:txBody>
      </p:sp>
      <p:sp>
        <p:nvSpPr>
          <p:cNvPr id="12" name="Text 9"/>
          <p:cNvSpPr/>
          <p:nvPr/>
        </p:nvSpPr>
        <p:spPr>
          <a:xfrm>
            <a:off x="5120640" y="3886200"/>
            <a:ext cx="3840480" cy="457200"/>
          </a:xfrm>
          <a:prstGeom prst="rect">
            <a:avLst/>
          </a:prstGeom>
          <a:noFill/>
          <a:ln/>
        </p:spPr>
        <p:txBody>
          <a:bodyPr wrap="square" lIns="0" tIns="0" rIns="0" bIns="0" rtlCol="0" anchor="t"/>
          <a:lstStyle/>
          <a:p>
            <a:pPr rtl="1" algn="l" indent="0" marL="0">
              <a:buNone/>
            </a:pPr>
            <a:r>
              <a:rPr lang="en-US" sz="2000" dirty="0">
                <a:solidFill>
                  <a:srgbClr val="6B4C35"/>
                </a:solidFill>
                <a:latin typeface="Traditional Arabic" pitchFamily="34" charset="0"/>
                <a:ea typeface="Traditional Arabic" pitchFamily="34" charset="-122"/>
                <a:cs typeface="Traditional Arabic" pitchFamily="34" charset="-120"/>
              </a:rPr>
              <a:t>نهارًا وليلًا في كلمة الله</a:t>
            </a:r>
            <a:endParaRPr lang="en-US" sz="2000" dirty="0"/>
          </a:p>
        </p:txBody>
      </p:sp>
      <p:sp>
        <p:nvSpPr>
          <p:cNvPr id="13" name="Text 10"/>
          <p:cNvSpPr/>
          <p:nvPr/>
        </p:nvSpPr>
        <p:spPr>
          <a:xfrm>
            <a:off x="5120640" y="4389120"/>
            <a:ext cx="3840480" cy="457200"/>
          </a:xfrm>
          <a:prstGeom prst="rect">
            <a:avLst/>
          </a:prstGeom>
          <a:noFill/>
          <a:ln/>
        </p:spPr>
        <p:txBody>
          <a:bodyPr wrap="square" lIns="0" tIns="0" rIns="0" bIns="0" rtlCol="0" anchor="t"/>
          <a:lstStyle/>
          <a:p>
            <a:pPr rtl="1" algn="l" indent="0" marL="0">
              <a:buNone/>
            </a:pPr>
            <a:r>
              <a:rPr lang="en-US" sz="2000" dirty="0">
                <a:solidFill>
                  <a:srgbClr val="6B4C35"/>
                </a:solidFill>
                <a:latin typeface="Arabic Typesetting" pitchFamily="34" charset="0"/>
                <a:ea typeface="Arabic Typesetting" pitchFamily="34" charset="-122"/>
                <a:cs typeface="Arabic Typesetting" pitchFamily="34" charset="-120"/>
              </a:rPr>
              <a:t>شبانه‌روز در کلام خدا</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E8DC"/>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D9CEB8"/>
          </a:solidFill>
          <a:ln w="12700">
            <a:solidFill>
              <a:srgbClr val="D9CEB8"/>
            </a:solidFill>
            <a:prstDash val="solid"/>
          </a:ln>
        </p:spPr>
      </p:sp>
      <p:sp>
        <p:nvSpPr>
          <p:cNvPr id="3" name="Shape 1"/>
          <p:cNvSpPr/>
          <p:nvPr/>
        </p:nvSpPr>
        <p:spPr>
          <a:xfrm>
            <a:off x="182880" y="493776"/>
            <a:ext cx="8778240" cy="0"/>
          </a:xfrm>
          <a:prstGeom prst="line">
            <a:avLst/>
          </a:prstGeom>
          <a:noFill/>
          <a:ln w="9525">
            <a:solidFill>
              <a:srgbClr val="C8B99A"/>
            </a:solidFill>
            <a:prstDash val="solid"/>
          </a:ln>
        </p:spPr>
      </p:sp>
      <p:sp>
        <p:nvSpPr>
          <p:cNvPr id="4" name="Text 2"/>
          <p:cNvSpPr/>
          <p:nvPr/>
        </p:nvSpPr>
        <p:spPr>
          <a:xfrm>
            <a:off x="182880" y="0"/>
            <a:ext cx="6400800" cy="502920"/>
          </a:xfrm>
          <a:prstGeom prst="rect">
            <a:avLst/>
          </a:prstGeom>
          <a:noFill/>
          <a:ln/>
        </p:spPr>
        <p:txBody>
          <a:bodyPr wrap="square" lIns="0" tIns="0" rIns="0" bIns="0" rtlCol="0" anchor="ctr"/>
          <a:lstStyle/>
          <a:p>
            <a:pPr algn="l" indent="0" marL="0">
              <a:buNone/>
            </a:pPr>
            <a:r>
              <a:rPr lang="en-US" sz="1900" b="1" dirty="0">
                <a:solidFill>
                  <a:srgbClr val="3D2B1F"/>
                </a:solidFill>
                <a:latin typeface="Georgia" pitchFamily="34" charset="0"/>
                <a:ea typeface="Georgia" pitchFamily="34" charset="-122"/>
                <a:cs typeface="Georgia" pitchFamily="34" charset="-120"/>
              </a:rPr>
              <a:t>3. Groeien als een boom</a:t>
            </a:r>
            <a:endParaRPr lang="en-US" sz="1900" dirty="0"/>
          </a:p>
        </p:txBody>
      </p:sp>
      <p:sp>
        <p:nvSpPr>
          <p:cNvPr id="5" name="Text 3"/>
          <p:cNvSpPr/>
          <p:nvPr/>
        </p:nvSpPr>
        <p:spPr>
          <a:xfrm>
            <a:off x="6400800" y="0"/>
            <a:ext cx="2560320" cy="502920"/>
          </a:xfrm>
          <a:prstGeom prst="rect">
            <a:avLst/>
          </a:prstGeom>
          <a:noFill/>
          <a:ln/>
        </p:spPr>
        <p:txBody>
          <a:bodyPr wrap="square" lIns="0" tIns="0" rIns="0" bIns="0" rtlCol="0" anchor="ctr"/>
          <a:lstStyle/>
          <a:p>
            <a:pPr algn="r" indent="0" marL="0">
              <a:buNone/>
            </a:pPr>
            <a:r>
              <a:rPr lang="en-US" sz="1050" i="1" dirty="0">
                <a:solidFill>
                  <a:srgbClr val="6B4C35"/>
                </a:solidFill>
                <a:latin typeface="Georgia" pitchFamily="34" charset="0"/>
                <a:ea typeface="Georgia" pitchFamily="34" charset="-122"/>
                <a:cs typeface="Georgia" pitchFamily="34" charset="-120"/>
              </a:rPr>
              <a:t>Psalm 1:1–6</a:t>
            </a:r>
            <a:endParaRPr lang="en-US" sz="1050" dirty="0"/>
          </a:p>
        </p:txBody>
      </p:sp>
      <p:sp>
        <p:nvSpPr>
          <p:cNvPr id="6" name="Shape 4"/>
          <p:cNvSpPr/>
          <p:nvPr/>
        </p:nvSpPr>
        <p:spPr>
          <a:xfrm>
            <a:off x="182880" y="777240"/>
            <a:ext cx="4572000" cy="4091940"/>
          </a:xfrm>
          <a:prstGeom prst="rect">
            <a:avLst/>
          </a:prstGeom>
          <a:solidFill>
            <a:srgbClr val="FFFFFF"/>
          </a:solidFill>
          <a:ln w="12700">
            <a:solidFill>
              <a:srgbClr val="C8B99A"/>
            </a:solidFill>
            <a:prstDash val="solid"/>
          </a:ln>
          <a:effectLst>
            <a:outerShdw sx="100000" sy="100000" kx="0" ky="0" algn="bl" rotWithShape="0" blurRad="76200" dist="25400" dir="8100000">
              <a:srgbClr val="000000">
                <a:alpha val="15000"/>
              </a:srgbClr>
            </a:outerShdw>
          </a:effectLst>
        </p:spPr>
      </p:sp>
      <p:pic>
        <p:nvPicPr>
          <p:cNvPr id="7" name="Image 0" descr="output/point3.jpg">    </p:cNvPr>
          <p:cNvPicPr>
            <a:picLocks noChangeAspect="1"/>
          </p:cNvPicPr>
          <p:nvPr/>
        </p:nvPicPr>
        <p:blipFill>
          <a:blip r:embed="rId1"/>
          <a:srcRect l="0" r="0" t="0" b="0"/>
          <a:stretch/>
        </p:blipFill>
        <p:spPr>
          <a:xfrm>
            <a:off x="228600" y="822960"/>
            <a:ext cx="4480560" cy="4000500"/>
          </a:xfrm>
          <a:prstGeom prst="rect">
            <a:avLst/>
          </a:prstGeom>
        </p:spPr>
      </p:pic>
      <p:sp>
        <p:nvSpPr>
          <p:cNvPr id="8" name="Text 5"/>
          <p:cNvSpPr/>
          <p:nvPr/>
        </p:nvSpPr>
        <p:spPr>
          <a:xfrm>
            <a:off x="5120640" y="960120"/>
            <a:ext cx="3840480" cy="1280160"/>
          </a:xfrm>
          <a:prstGeom prst="rect">
            <a:avLst/>
          </a:prstGeom>
          <a:noFill/>
          <a:ln/>
        </p:spPr>
        <p:txBody>
          <a:bodyPr wrap="square" lIns="0" tIns="0" rIns="0" bIns="0" rtlCol="0" anchor="t"/>
          <a:lstStyle/>
          <a:p>
            <a:pPr algn="l" indent="0" marL="0">
              <a:buNone/>
            </a:pPr>
            <a:r>
              <a:rPr lang="en-US" sz="11000" i="1" dirty="0">
                <a:solidFill>
                  <a:srgbClr val="C8B99A"/>
                </a:solidFill>
                <a:latin typeface="Georgia" pitchFamily="34" charset="0"/>
                <a:ea typeface="Georgia" pitchFamily="34" charset="-122"/>
                <a:cs typeface="Georgia" pitchFamily="34" charset="-120"/>
              </a:rPr>
              <a:t>3</a:t>
            </a:r>
            <a:endParaRPr lang="en-US" sz="11000" dirty="0"/>
          </a:p>
        </p:txBody>
      </p:sp>
      <p:sp>
        <p:nvSpPr>
          <p:cNvPr id="9" name="Shape 6"/>
          <p:cNvSpPr/>
          <p:nvPr/>
        </p:nvSpPr>
        <p:spPr>
          <a:xfrm>
            <a:off x="5120640" y="2377440"/>
            <a:ext cx="1645920" cy="0"/>
          </a:xfrm>
          <a:prstGeom prst="line">
            <a:avLst/>
          </a:prstGeom>
          <a:noFill/>
          <a:ln w="15875">
            <a:solidFill>
              <a:srgbClr val="C8B99A"/>
            </a:solidFill>
            <a:prstDash val="solid"/>
          </a:ln>
        </p:spPr>
      </p:sp>
      <p:sp>
        <p:nvSpPr>
          <p:cNvPr id="10" name="Text 7"/>
          <p:cNvSpPr/>
          <p:nvPr/>
        </p:nvSpPr>
        <p:spPr>
          <a:xfrm>
            <a:off x="5120640" y="2560320"/>
            <a:ext cx="3840480" cy="822960"/>
          </a:xfrm>
          <a:prstGeom prst="rect">
            <a:avLst/>
          </a:prstGeom>
          <a:noFill/>
          <a:ln/>
        </p:spPr>
        <p:txBody>
          <a:bodyPr wrap="square" lIns="0" tIns="0" rIns="0" bIns="0" rtlCol="0" anchor="t"/>
          <a:lstStyle/>
          <a:p>
            <a:pPr algn="l" indent="0" marL="0">
              <a:buNone/>
            </a:pPr>
            <a:r>
              <a:rPr lang="en-US" sz="2600" b="1" dirty="0">
                <a:solidFill>
                  <a:srgbClr val="3D2B1F"/>
                </a:solidFill>
                <a:latin typeface="Georgia" pitchFamily="34" charset="0"/>
                <a:ea typeface="Georgia" pitchFamily="34" charset="-122"/>
                <a:cs typeface="Georgia" pitchFamily="34" charset="-120"/>
              </a:rPr>
              <a:t>Groeien als een boom</a:t>
            </a:r>
            <a:endParaRPr lang="en-US" sz="2600" dirty="0"/>
          </a:p>
        </p:txBody>
      </p:sp>
      <p:sp>
        <p:nvSpPr>
          <p:cNvPr id="11" name="Text 8"/>
          <p:cNvSpPr/>
          <p:nvPr/>
        </p:nvSpPr>
        <p:spPr>
          <a:xfrm>
            <a:off x="5120640" y="3474720"/>
            <a:ext cx="3840480" cy="365760"/>
          </a:xfrm>
          <a:prstGeom prst="rect">
            <a:avLst/>
          </a:prstGeom>
          <a:noFill/>
          <a:ln/>
        </p:spPr>
        <p:txBody>
          <a:bodyPr wrap="square" lIns="0" tIns="0" rIns="0" bIns="0" rtlCol="0" anchor="t"/>
          <a:lstStyle/>
          <a:p>
            <a:pPr algn="l" indent="0" marL="0">
              <a:buNone/>
            </a:pPr>
            <a:r>
              <a:rPr lang="en-US" sz="1500" i="1" dirty="0">
                <a:solidFill>
                  <a:srgbClr val="6B4C35"/>
                </a:solidFill>
                <a:latin typeface="Georgia" pitchFamily="34" charset="0"/>
                <a:ea typeface="Georgia" pitchFamily="34" charset="-122"/>
                <a:cs typeface="Georgia" pitchFamily="34" charset="-120"/>
              </a:rPr>
              <a:t>Growing like a tree</a:t>
            </a:r>
            <a:endParaRPr lang="en-US" sz="1500" dirty="0"/>
          </a:p>
        </p:txBody>
      </p:sp>
      <p:sp>
        <p:nvSpPr>
          <p:cNvPr id="12" name="Text 9"/>
          <p:cNvSpPr/>
          <p:nvPr/>
        </p:nvSpPr>
        <p:spPr>
          <a:xfrm>
            <a:off x="5120640" y="3886200"/>
            <a:ext cx="3840480" cy="457200"/>
          </a:xfrm>
          <a:prstGeom prst="rect">
            <a:avLst/>
          </a:prstGeom>
          <a:noFill/>
          <a:ln/>
        </p:spPr>
        <p:txBody>
          <a:bodyPr wrap="square" lIns="0" tIns="0" rIns="0" bIns="0" rtlCol="0" anchor="t"/>
          <a:lstStyle/>
          <a:p>
            <a:pPr rtl="1" algn="l" indent="0" marL="0">
              <a:buNone/>
            </a:pPr>
            <a:r>
              <a:rPr lang="en-US" sz="2000" dirty="0">
                <a:solidFill>
                  <a:srgbClr val="6B4C35"/>
                </a:solidFill>
                <a:latin typeface="Traditional Arabic" pitchFamily="34" charset="0"/>
                <a:ea typeface="Traditional Arabic" pitchFamily="34" charset="-122"/>
                <a:cs typeface="Traditional Arabic" pitchFamily="34" charset="-120"/>
              </a:rPr>
              <a:t>النمو كشجرة</a:t>
            </a:r>
            <a:endParaRPr lang="en-US" sz="2000" dirty="0"/>
          </a:p>
        </p:txBody>
      </p:sp>
      <p:sp>
        <p:nvSpPr>
          <p:cNvPr id="13" name="Text 10"/>
          <p:cNvSpPr/>
          <p:nvPr/>
        </p:nvSpPr>
        <p:spPr>
          <a:xfrm>
            <a:off x="5120640" y="4389120"/>
            <a:ext cx="3840480" cy="457200"/>
          </a:xfrm>
          <a:prstGeom prst="rect">
            <a:avLst/>
          </a:prstGeom>
          <a:noFill/>
          <a:ln/>
        </p:spPr>
        <p:txBody>
          <a:bodyPr wrap="square" lIns="0" tIns="0" rIns="0" bIns="0" rtlCol="0" anchor="t"/>
          <a:lstStyle/>
          <a:p>
            <a:pPr rtl="1" algn="l" indent="0" marL="0">
              <a:buNone/>
            </a:pPr>
            <a:r>
              <a:rPr lang="en-US" sz="2000" dirty="0">
                <a:solidFill>
                  <a:srgbClr val="6B4C35"/>
                </a:solidFill>
                <a:latin typeface="Arabic Typesetting" pitchFamily="34" charset="0"/>
                <a:ea typeface="Arabic Typesetting" pitchFamily="34" charset="-122"/>
                <a:cs typeface="Arabic Typesetting" pitchFamily="34" charset="-120"/>
              </a:rPr>
              <a:t>مثل یک درخت رشد کردن</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E8DC"/>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D9CEB8"/>
          </a:solidFill>
          <a:ln w="12700">
            <a:solidFill>
              <a:srgbClr val="D9CEB8"/>
            </a:solidFill>
            <a:prstDash val="solid"/>
          </a:ln>
        </p:spPr>
      </p:sp>
      <p:sp>
        <p:nvSpPr>
          <p:cNvPr id="3" name="Shape 1"/>
          <p:cNvSpPr/>
          <p:nvPr/>
        </p:nvSpPr>
        <p:spPr>
          <a:xfrm>
            <a:off x="182880" y="493776"/>
            <a:ext cx="8778240" cy="0"/>
          </a:xfrm>
          <a:prstGeom prst="line">
            <a:avLst/>
          </a:prstGeom>
          <a:noFill/>
          <a:ln w="9525">
            <a:solidFill>
              <a:srgbClr val="C8B99A"/>
            </a:solidFill>
            <a:prstDash val="solid"/>
          </a:ln>
        </p:spPr>
      </p:sp>
      <p:sp>
        <p:nvSpPr>
          <p:cNvPr id="4" name="Text 2"/>
          <p:cNvSpPr/>
          <p:nvPr/>
        </p:nvSpPr>
        <p:spPr>
          <a:xfrm>
            <a:off x="182880" y="0"/>
            <a:ext cx="6400800" cy="502920"/>
          </a:xfrm>
          <a:prstGeom prst="rect">
            <a:avLst/>
          </a:prstGeom>
          <a:noFill/>
          <a:ln/>
        </p:spPr>
        <p:txBody>
          <a:bodyPr wrap="square" lIns="0" tIns="0" rIns="0" bIns="0" rtlCol="0" anchor="ctr"/>
          <a:lstStyle/>
          <a:p>
            <a:pPr algn="l" indent="0" marL="0">
              <a:buNone/>
            </a:pPr>
            <a:r>
              <a:rPr lang="en-US" sz="1900" b="1" dirty="0">
                <a:solidFill>
                  <a:srgbClr val="3D2B1F"/>
                </a:solidFill>
                <a:latin typeface="Georgia" pitchFamily="34" charset="0"/>
                <a:ea typeface="Georgia" pitchFamily="34" charset="-122"/>
                <a:cs typeface="Georgia" pitchFamily="34" charset="-120"/>
              </a:rPr>
              <a:t>4. Twee wegen, één keuze</a:t>
            </a:r>
            <a:endParaRPr lang="en-US" sz="1900" dirty="0"/>
          </a:p>
        </p:txBody>
      </p:sp>
      <p:sp>
        <p:nvSpPr>
          <p:cNvPr id="5" name="Text 3"/>
          <p:cNvSpPr/>
          <p:nvPr/>
        </p:nvSpPr>
        <p:spPr>
          <a:xfrm>
            <a:off x="6400800" y="0"/>
            <a:ext cx="2560320" cy="502920"/>
          </a:xfrm>
          <a:prstGeom prst="rect">
            <a:avLst/>
          </a:prstGeom>
          <a:noFill/>
          <a:ln/>
        </p:spPr>
        <p:txBody>
          <a:bodyPr wrap="square" lIns="0" tIns="0" rIns="0" bIns="0" rtlCol="0" anchor="ctr"/>
          <a:lstStyle/>
          <a:p>
            <a:pPr algn="r" indent="0" marL="0">
              <a:buNone/>
            </a:pPr>
            <a:r>
              <a:rPr lang="en-US" sz="1050" i="1" dirty="0">
                <a:solidFill>
                  <a:srgbClr val="6B4C35"/>
                </a:solidFill>
                <a:latin typeface="Georgia" pitchFamily="34" charset="0"/>
                <a:ea typeface="Georgia" pitchFamily="34" charset="-122"/>
                <a:cs typeface="Georgia" pitchFamily="34" charset="-120"/>
              </a:rPr>
              <a:t>Psalm 1:1–6</a:t>
            </a:r>
            <a:endParaRPr lang="en-US" sz="1050" dirty="0"/>
          </a:p>
        </p:txBody>
      </p:sp>
      <p:sp>
        <p:nvSpPr>
          <p:cNvPr id="6" name="Shape 4"/>
          <p:cNvSpPr/>
          <p:nvPr/>
        </p:nvSpPr>
        <p:spPr>
          <a:xfrm>
            <a:off x="182880" y="777240"/>
            <a:ext cx="4572000" cy="4091940"/>
          </a:xfrm>
          <a:prstGeom prst="rect">
            <a:avLst/>
          </a:prstGeom>
          <a:solidFill>
            <a:srgbClr val="FFFFFF"/>
          </a:solidFill>
          <a:ln w="12700">
            <a:solidFill>
              <a:srgbClr val="C8B99A"/>
            </a:solidFill>
            <a:prstDash val="solid"/>
          </a:ln>
          <a:effectLst>
            <a:outerShdw sx="100000" sy="100000" kx="0" ky="0" algn="bl" rotWithShape="0" blurRad="76200" dist="25400" dir="8100000">
              <a:srgbClr val="000000">
                <a:alpha val="15000"/>
              </a:srgbClr>
            </a:outerShdw>
          </a:effectLst>
        </p:spPr>
      </p:sp>
      <p:pic>
        <p:nvPicPr>
          <p:cNvPr id="7" name="Image 0" descr="output/point4.jpg">    </p:cNvPr>
          <p:cNvPicPr>
            <a:picLocks noChangeAspect="1"/>
          </p:cNvPicPr>
          <p:nvPr/>
        </p:nvPicPr>
        <p:blipFill>
          <a:blip r:embed="rId1"/>
          <a:srcRect l="0" r="0" t="0" b="0"/>
          <a:stretch/>
        </p:blipFill>
        <p:spPr>
          <a:xfrm>
            <a:off x="228600" y="822960"/>
            <a:ext cx="4480560" cy="4000500"/>
          </a:xfrm>
          <a:prstGeom prst="rect">
            <a:avLst/>
          </a:prstGeom>
        </p:spPr>
      </p:pic>
      <p:sp>
        <p:nvSpPr>
          <p:cNvPr id="8" name="Text 5"/>
          <p:cNvSpPr/>
          <p:nvPr/>
        </p:nvSpPr>
        <p:spPr>
          <a:xfrm>
            <a:off x="5120640" y="960120"/>
            <a:ext cx="3840480" cy="1280160"/>
          </a:xfrm>
          <a:prstGeom prst="rect">
            <a:avLst/>
          </a:prstGeom>
          <a:noFill/>
          <a:ln/>
        </p:spPr>
        <p:txBody>
          <a:bodyPr wrap="square" lIns="0" tIns="0" rIns="0" bIns="0" rtlCol="0" anchor="t"/>
          <a:lstStyle/>
          <a:p>
            <a:pPr algn="l" indent="0" marL="0">
              <a:buNone/>
            </a:pPr>
            <a:r>
              <a:rPr lang="en-US" sz="11000" i="1" dirty="0">
                <a:solidFill>
                  <a:srgbClr val="C8B99A"/>
                </a:solidFill>
                <a:latin typeface="Georgia" pitchFamily="34" charset="0"/>
                <a:ea typeface="Georgia" pitchFamily="34" charset="-122"/>
                <a:cs typeface="Georgia" pitchFamily="34" charset="-120"/>
              </a:rPr>
              <a:t>4</a:t>
            </a:r>
            <a:endParaRPr lang="en-US" sz="11000" dirty="0"/>
          </a:p>
        </p:txBody>
      </p:sp>
      <p:sp>
        <p:nvSpPr>
          <p:cNvPr id="9" name="Shape 6"/>
          <p:cNvSpPr/>
          <p:nvPr/>
        </p:nvSpPr>
        <p:spPr>
          <a:xfrm>
            <a:off x="5120640" y="2377440"/>
            <a:ext cx="1645920" cy="0"/>
          </a:xfrm>
          <a:prstGeom prst="line">
            <a:avLst/>
          </a:prstGeom>
          <a:noFill/>
          <a:ln w="15875">
            <a:solidFill>
              <a:srgbClr val="C8B99A"/>
            </a:solidFill>
            <a:prstDash val="solid"/>
          </a:ln>
        </p:spPr>
      </p:sp>
      <p:sp>
        <p:nvSpPr>
          <p:cNvPr id="10" name="Text 7"/>
          <p:cNvSpPr/>
          <p:nvPr/>
        </p:nvSpPr>
        <p:spPr>
          <a:xfrm>
            <a:off x="5120640" y="2560320"/>
            <a:ext cx="3840480" cy="822960"/>
          </a:xfrm>
          <a:prstGeom prst="rect">
            <a:avLst/>
          </a:prstGeom>
          <a:noFill/>
          <a:ln/>
        </p:spPr>
        <p:txBody>
          <a:bodyPr wrap="square" lIns="0" tIns="0" rIns="0" bIns="0" rtlCol="0" anchor="t"/>
          <a:lstStyle/>
          <a:p>
            <a:pPr algn="l" indent="0" marL="0">
              <a:buNone/>
            </a:pPr>
            <a:r>
              <a:rPr lang="en-US" sz="2600" b="1" dirty="0">
                <a:solidFill>
                  <a:srgbClr val="3D2B1F"/>
                </a:solidFill>
                <a:latin typeface="Georgia" pitchFamily="34" charset="0"/>
                <a:ea typeface="Georgia" pitchFamily="34" charset="-122"/>
                <a:cs typeface="Georgia" pitchFamily="34" charset="-120"/>
              </a:rPr>
              <a:t>Twee wegen, één keuze</a:t>
            </a:r>
            <a:endParaRPr lang="en-US" sz="2600" dirty="0"/>
          </a:p>
        </p:txBody>
      </p:sp>
      <p:sp>
        <p:nvSpPr>
          <p:cNvPr id="11" name="Text 8"/>
          <p:cNvSpPr/>
          <p:nvPr/>
        </p:nvSpPr>
        <p:spPr>
          <a:xfrm>
            <a:off x="5120640" y="3474720"/>
            <a:ext cx="3840480" cy="365760"/>
          </a:xfrm>
          <a:prstGeom prst="rect">
            <a:avLst/>
          </a:prstGeom>
          <a:noFill/>
          <a:ln/>
        </p:spPr>
        <p:txBody>
          <a:bodyPr wrap="square" lIns="0" tIns="0" rIns="0" bIns="0" rtlCol="0" anchor="t"/>
          <a:lstStyle/>
          <a:p>
            <a:pPr algn="l" indent="0" marL="0">
              <a:buNone/>
            </a:pPr>
            <a:r>
              <a:rPr lang="en-US" sz="1500" i="1" dirty="0">
                <a:solidFill>
                  <a:srgbClr val="6B4C35"/>
                </a:solidFill>
                <a:latin typeface="Georgia" pitchFamily="34" charset="0"/>
                <a:ea typeface="Georgia" pitchFamily="34" charset="-122"/>
                <a:cs typeface="Georgia" pitchFamily="34" charset="-120"/>
              </a:rPr>
              <a:t>Two paths, one choice</a:t>
            </a:r>
            <a:endParaRPr lang="en-US" sz="1500" dirty="0"/>
          </a:p>
        </p:txBody>
      </p:sp>
      <p:sp>
        <p:nvSpPr>
          <p:cNvPr id="12" name="Text 9"/>
          <p:cNvSpPr/>
          <p:nvPr/>
        </p:nvSpPr>
        <p:spPr>
          <a:xfrm>
            <a:off x="5120640" y="3886200"/>
            <a:ext cx="3840480" cy="457200"/>
          </a:xfrm>
          <a:prstGeom prst="rect">
            <a:avLst/>
          </a:prstGeom>
          <a:noFill/>
          <a:ln/>
        </p:spPr>
        <p:txBody>
          <a:bodyPr wrap="square" lIns="0" tIns="0" rIns="0" bIns="0" rtlCol="0" anchor="t"/>
          <a:lstStyle/>
          <a:p>
            <a:pPr rtl="1" algn="l" indent="0" marL="0">
              <a:buNone/>
            </a:pPr>
            <a:r>
              <a:rPr lang="en-US" sz="2000" dirty="0">
                <a:solidFill>
                  <a:srgbClr val="6B4C35"/>
                </a:solidFill>
                <a:latin typeface="Traditional Arabic" pitchFamily="34" charset="0"/>
                <a:ea typeface="Traditional Arabic" pitchFamily="34" charset="-122"/>
                <a:cs typeface="Traditional Arabic" pitchFamily="34" charset="-120"/>
              </a:rPr>
              <a:t>طريقان، خيار واحد</a:t>
            </a:r>
            <a:endParaRPr lang="en-US" sz="2000" dirty="0"/>
          </a:p>
        </p:txBody>
      </p:sp>
      <p:sp>
        <p:nvSpPr>
          <p:cNvPr id="13" name="Text 10"/>
          <p:cNvSpPr/>
          <p:nvPr/>
        </p:nvSpPr>
        <p:spPr>
          <a:xfrm>
            <a:off x="5120640" y="4389120"/>
            <a:ext cx="3840480" cy="457200"/>
          </a:xfrm>
          <a:prstGeom prst="rect">
            <a:avLst/>
          </a:prstGeom>
          <a:noFill/>
          <a:ln/>
        </p:spPr>
        <p:txBody>
          <a:bodyPr wrap="square" lIns="0" tIns="0" rIns="0" bIns="0" rtlCol="0" anchor="t"/>
          <a:lstStyle/>
          <a:p>
            <a:pPr rtl="1" algn="l" indent="0" marL="0">
              <a:buNone/>
            </a:pPr>
            <a:r>
              <a:rPr lang="en-US" sz="2000" dirty="0">
                <a:solidFill>
                  <a:srgbClr val="6B4C35"/>
                </a:solidFill>
                <a:latin typeface="Arabic Typesetting" pitchFamily="34" charset="0"/>
                <a:ea typeface="Arabic Typesetting" pitchFamily="34" charset="-122"/>
                <a:cs typeface="Arabic Typesetting" pitchFamily="34" charset="-120"/>
              </a:rPr>
              <a:t>دو راه، یک انتخاب</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Psalm 1:1–6</dc:title>
  <dc:subject>PptxGenJS Presentation</dc:subject>
  <dc:creator>PptxGenJS</dc:creator>
  <cp:lastModifiedBy>PptxGenJS</cp:lastModifiedBy>
  <cp:revision>1</cp:revision>
  <dcterms:created xsi:type="dcterms:W3CDTF">2026-04-20T06:34:57Z</dcterms:created>
  <dcterms:modified xsi:type="dcterms:W3CDTF">2026-04-20T06:34:57Z</dcterms:modified>
</cp:coreProperties>
</file>